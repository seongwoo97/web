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2" r:id="rId2"/>
    <p:sldId id="264" r:id="rId3"/>
    <p:sldId id="257" r:id="rId4"/>
    <p:sldId id="263" r:id="rId5"/>
    <p:sldId id="261" r:id="rId6"/>
    <p:sldId id="256" r:id="rId7"/>
    <p:sldId id="258" r:id="rId8"/>
    <p:sldId id="259" r:id="rId9"/>
    <p:sldId id="266" r:id="rId10"/>
    <p:sldId id="269" r:id="rId11"/>
    <p:sldId id="260" r:id="rId12"/>
    <p:sldId id="267" r:id="rId13"/>
    <p:sldId id="265" r:id="rId14"/>
    <p:sldId id="270" r:id="rId15"/>
    <p:sldId id="271" r:id="rId16"/>
    <p:sldId id="272" r:id="rId17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4" d="100"/>
          <a:sy n="104" d="100"/>
        </p:scale>
        <p:origin x="870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C66E144-061F-3CD5-02A6-C89B3559FDD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8B8BFC53-9AAC-5943-1247-C4C39F0555A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8CD9AFD-19FF-D55E-83FF-520101BB00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1E1BFF-CB3E-490C-97E3-FD4B0CE1268E}" type="datetimeFigureOut">
              <a:rPr lang="ko-KR" altLang="en-US" smtClean="0"/>
              <a:t>2026-06-16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4901A70-85DF-6702-B731-22FEEC1EC4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38DE5DB-E64E-22EE-4E44-9C0DAC79F5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5B6838-367A-4C69-8F98-30A50DCB6A8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7373015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F88A2FE-481B-FA95-DA72-B43E69B834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FD13C98-C555-91C1-8015-1F08A55CDB2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B4CA94D-B42A-BD0C-EB5A-C292955EB1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1E1BFF-CB3E-490C-97E3-FD4B0CE1268E}" type="datetimeFigureOut">
              <a:rPr lang="ko-KR" altLang="en-US" smtClean="0"/>
              <a:t>2026-06-16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30F0766-447D-87CA-B868-0A8AF74C2A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20D54B7-E1ED-FF01-2F00-0CCD2EA1ED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5B6838-367A-4C69-8F98-30A50DCB6A8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523519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FD7A21F-7A6D-0CE7-A3B5-00EADE8F46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3AB799D6-E4D3-C428-D441-773FE8DCC21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9104CAB-8BDE-C23C-6587-5761F75EDA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1E1BFF-CB3E-490C-97E3-FD4B0CE1268E}" type="datetimeFigureOut">
              <a:rPr lang="ko-KR" altLang="en-US" smtClean="0"/>
              <a:t>2026-06-16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1C2B582-F747-04EE-5C9C-C8F7276083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CB21749-A2AB-8C04-172C-5A8B57607B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5B6838-367A-4C69-8F98-30A50DCB6A8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159421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DBB879B-33DE-93D6-9757-803CFE19EB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B68E2B3-0048-29D1-95F3-49198F53C81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43A83986-680F-3FCD-E3E4-38F7B87B822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2D9D45FC-5D31-4280-13A1-4FD487EDCA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1E1BFF-CB3E-490C-97E3-FD4B0CE1268E}" type="datetimeFigureOut">
              <a:rPr lang="ko-KR" altLang="en-US" smtClean="0"/>
              <a:t>2026-06-16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0F2C12A6-C114-C202-5D26-FA84C3E9A6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9D46E261-9FDC-6789-04CB-72C7BA3A88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5B6838-367A-4C69-8F98-30A50DCB6A8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8360378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D848F56-24CF-47CC-043F-5601B6A17B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DFB67B3D-A3B1-3268-F901-24C22D21353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526DB15A-E040-2812-9A12-013A753B83E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1AA66B10-8863-CFED-9327-630CB5B6956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6DE11FF1-E953-E3D3-D8A0-F14B673ECE9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065BC623-233D-5EBD-6907-A7A0996220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1E1BFF-CB3E-490C-97E3-FD4B0CE1268E}" type="datetimeFigureOut">
              <a:rPr lang="ko-KR" altLang="en-US" smtClean="0"/>
              <a:t>2026-06-16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B3CD8C8B-1789-52B5-5AA3-A9C8BC89B1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0E9FB058-4A6A-E26F-9AEA-34B311AF7E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5B6838-367A-4C69-8F98-30A50DCB6A8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0311268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8F974B5-719E-EA98-86DF-6092026EE5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9F7769C5-7D3B-82D6-A478-FF84D3DC2D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1E1BFF-CB3E-490C-97E3-FD4B0CE1268E}" type="datetimeFigureOut">
              <a:rPr lang="ko-KR" altLang="en-US" smtClean="0"/>
              <a:t>2026-06-16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B502B1E2-62D0-0BCF-BB1D-7CE49E07EF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C99C3F67-B95A-C3A0-C1FD-5E26288EF5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5B6838-367A-4C69-8F98-30A50DCB6A8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181020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1F27039A-3164-2B41-3577-2A21AE66C0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1E1BFF-CB3E-490C-97E3-FD4B0CE1268E}" type="datetimeFigureOut">
              <a:rPr lang="ko-KR" altLang="en-US" smtClean="0"/>
              <a:t>2026-06-16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CFA0F832-3011-01F2-E3FA-11569E4A6E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1D9BEF3-D99A-2EFB-9FA8-DFE4252C51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5B6838-367A-4C69-8F98-30A50DCB6A8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7169383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05E8B92-17F8-468B-1BEB-803CB6BACC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8343B74-FDF8-EDDB-0448-EDD91A14E3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17562D84-0F1C-9032-7AB3-FB3E9644DF6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985756AC-4244-38D7-C3A4-A760B3A4A7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1E1BFF-CB3E-490C-97E3-FD4B0CE1268E}" type="datetimeFigureOut">
              <a:rPr lang="ko-KR" altLang="en-US" smtClean="0"/>
              <a:t>2026-06-16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7244494E-CFC3-A757-9E32-F8040D943A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14EA2308-CA58-F7D6-8656-7E7BBE3220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5B6838-367A-4C69-8F98-30A50DCB6A8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1355474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E042211-53FF-A532-B871-4042DAB9EE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3408B878-3447-2B44-AF2B-C467B143BBC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E3F2A523-9532-2353-C99E-5D3019F661E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45A10F96-A395-A019-7CC3-8B93C82FA3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1E1BFF-CB3E-490C-97E3-FD4B0CE1268E}" type="datetimeFigureOut">
              <a:rPr lang="ko-KR" altLang="en-US" smtClean="0"/>
              <a:t>2026-06-16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D0AE5F79-DD6D-DEED-38C0-E92518E73B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AD544FF0-0256-92F6-000D-4CAC86F4C7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5B6838-367A-4C69-8F98-30A50DCB6A8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4340898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E7DB67E-59D1-661F-E5D9-8D22BE0134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A7D3B85E-435D-2184-A461-75DD629530B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E75466D-1B1C-8FB5-2449-16F2741A86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1E1BFF-CB3E-490C-97E3-FD4B0CE1268E}" type="datetimeFigureOut">
              <a:rPr lang="ko-KR" altLang="en-US" smtClean="0"/>
              <a:t>2026-06-16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B3B4E0E-0B6F-C08A-6014-5BCC86A889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FD3DAC7-E81A-D8A4-50B5-AE3AF7B4C9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5B6838-367A-4C69-8F98-30A50DCB6A8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4867566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1FE860AE-AE79-305F-B8A5-17736F0FB52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35C3AB49-5D87-3A42-45E4-90A3D48D657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870511D-608A-C937-D79B-D1F12FCF17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1E1BFF-CB3E-490C-97E3-FD4B0CE1268E}" type="datetimeFigureOut">
              <a:rPr lang="ko-KR" altLang="en-US" smtClean="0"/>
              <a:t>2026-06-16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08E93D9-7249-67FE-2195-BE4D310864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37A24A3-FBD2-8682-F0D6-5571FE0E85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5B6838-367A-4C69-8F98-30A50DCB6A8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54183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D0646457-EFF1-F400-DEDD-22B593223C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49A127DB-A578-2D42-2200-E85DA593EBF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A2249C4-AD3F-54F9-BF4B-5C12F9666EA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1E1BFF-CB3E-490C-97E3-FD4B0CE1268E}" type="datetimeFigureOut">
              <a:rPr lang="ko-KR" altLang="en-US" smtClean="0"/>
              <a:t>2026-06-16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FAA8DDD-F288-653D-C0AD-CAC8D2015AE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0E35A95-5983-6C43-7B33-3E9DD0C1CA1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15B6838-367A-4C69-8F98-30A50DCB6A8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979006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779A5D3A-D43F-7A8D-F95E-EFA3AEBBBBDA}"/>
              </a:ext>
            </a:extLst>
          </p:cNvPr>
          <p:cNvSpPr txBox="1"/>
          <p:nvPr/>
        </p:nvSpPr>
        <p:spPr>
          <a:xfrm>
            <a:off x="276225" y="382340"/>
            <a:ext cx="5070475" cy="61093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100" b="1" i="0" u="none" strike="noStrike" baseline="0" dirty="0">
                <a:solidFill>
                  <a:srgbClr val="000000"/>
                </a:solidFill>
                <a:latin typeface="Arial" panose="020B0604020202020204" pitchFamily="34" charset="0"/>
              </a:rPr>
              <a:t>4. </a:t>
            </a:r>
            <a:r>
              <a:rPr lang="ko-KR" altLang="en-US" sz="1100" b="0" i="0" u="none" strike="noStrike" baseline="0" dirty="0">
                <a:solidFill>
                  <a:srgbClr val="000000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기능 요구사항 </a:t>
            </a:r>
          </a:p>
          <a:p>
            <a:r>
              <a:rPr lang="en-US" altLang="ko-KR" sz="1000" b="0" i="0" u="none" strike="noStrike" baseline="0" dirty="0">
                <a:solidFill>
                  <a:srgbClr val="000000"/>
                </a:solidFill>
                <a:latin typeface="Arial" panose="020B0604020202020204" pitchFamily="34" charset="0"/>
                <a:ea typeface="굴림" panose="020B0600000101010101" pitchFamily="50" charset="-127"/>
              </a:rPr>
              <a:t>1) </a:t>
            </a:r>
            <a:r>
              <a:rPr lang="ko-KR" altLang="en-US" sz="1000" b="0" i="0" u="none" strike="noStrike" baseline="0" dirty="0">
                <a:solidFill>
                  <a:srgbClr val="000000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사용자 인증 기능 </a:t>
            </a:r>
          </a:p>
          <a:p>
            <a:r>
              <a:rPr lang="ko-KR" altLang="en-US" sz="1000" b="0" i="0" u="none" strike="noStrike" baseline="0" dirty="0">
                <a:solidFill>
                  <a:srgbClr val="000000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다음 기능을 구현해야 합니다</a:t>
            </a:r>
            <a:r>
              <a:rPr lang="en-US" altLang="ko-KR" sz="1000" b="0" i="0" u="none" strike="noStrike" baseline="0" dirty="0">
                <a:solidFill>
                  <a:srgbClr val="000000"/>
                </a:solidFill>
                <a:latin typeface="Arial" panose="020B0604020202020204" pitchFamily="34" charset="0"/>
                <a:ea typeface="굴림" panose="020B0600000101010101" pitchFamily="50" charset="-127"/>
              </a:rPr>
              <a:t>. </a:t>
            </a:r>
          </a:p>
          <a:p>
            <a:r>
              <a:rPr lang="ko-KR" altLang="en-US" sz="1000" b="0" i="0" u="none" strike="noStrike" baseline="0" dirty="0">
                <a:solidFill>
                  <a:srgbClr val="000000"/>
                </a:solidFill>
                <a:latin typeface="Arial" panose="020B0604020202020204" pitchFamily="34" charset="0"/>
                <a:ea typeface="굴림" panose="020B0600000101010101" pitchFamily="50" charset="-127"/>
              </a:rPr>
              <a:t>● 회원가입 </a:t>
            </a:r>
          </a:p>
          <a:p>
            <a:r>
              <a:rPr lang="ko-KR" altLang="en-US" sz="1000" b="0" i="0" u="none" strike="noStrike" baseline="0" dirty="0">
                <a:solidFill>
                  <a:srgbClr val="000000"/>
                </a:solidFill>
                <a:latin typeface="Arial" panose="020B0604020202020204" pitchFamily="34" charset="0"/>
                <a:ea typeface="굴림" panose="020B0600000101010101" pitchFamily="50" charset="-127"/>
              </a:rPr>
              <a:t>● 로그인 </a:t>
            </a:r>
          </a:p>
          <a:p>
            <a:r>
              <a:rPr lang="ko-KR" altLang="en-US" sz="1000" b="0" i="0" u="none" strike="noStrike" baseline="0" dirty="0">
                <a:solidFill>
                  <a:srgbClr val="000000"/>
                </a:solidFill>
                <a:latin typeface="Arial" panose="020B0604020202020204" pitchFamily="34" charset="0"/>
                <a:ea typeface="굴림" panose="020B0600000101010101" pitchFamily="50" charset="-127"/>
              </a:rPr>
              <a:t>● 로그아웃 </a:t>
            </a:r>
          </a:p>
          <a:p>
            <a:r>
              <a:rPr lang="ko-KR" altLang="en-US" sz="1000" b="0" i="0" u="none" strike="noStrike" baseline="0" dirty="0">
                <a:solidFill>
                  <a:srgbClr val="000000"/>
                </a:solidFill>
                <a:latin typeface="Arial" panose="020B0604020202020204" pitchFamily="34" charset="0"/>
                <a:ea typeface="굴림" panose="020B0600000101010101" pitchFamily="50" charset="-127"/>
              </a:rPr>
              <a:t>● 프로필 이미지 업로드 </a:t>
            </a:r>
          </a:p>
          <a:p>
            <a:endParaRPr lang="ko-KR" altLang="en-US" sz="1000" b="0" i="0" u="none" strike="noStrike" baseline="0" dirty="0">
              <a:solidFill>
                <a:srgbClr val="000000"/>
              </a:solidFill>
              <a:latin typeface="Arial" panose="020B0604020202020204" pitchFamily="34" charset="0"/>
              <a:ea typeface="굴림" panose="020B0600000101010101" pitchFamily="50" charset="-127"/>
            </a:endParaRPr>
          </a:p>
          <a:p>
            <a:r>
              <a:rPr lang="ko-KR" altLang="en-US" sz="1000" b="0" i="0" u="none" strike="noStrike" baseline="0" dirty="0">
                <a:solidFill>
                  <a:srgbClr val="656565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추가적으로 다음 사항을 고려합니다</a:t>
            </a:r>
            <a:r>
              <a:rPr lang="en-US" altLang="ko-KR" sz="1000" b="0" i="0" u="none" strike="noStrike" baseline="0" dirty="0">
                <a:solidFill>
                  <a:srgbClr val="656565"/>
                </a:solidFill>
                <a:latin typeface="Arial" panose="020B0604020202020204" pitchFamily="34" charset="0"/>
                <a:ea typeface="굴림" panose="020B0600000101010101" pitchFamily="50" charset="-127"/>
              </a:rPr>
              <a:t>.(</a:t>
            </a:r>
            <a:r>
              <a:rPr lang="ko-KR" altLang="en-US" sz="1000" b="0" i="0" u="none" strike="noStrike" baseline="0" dirty="0">
                <a:solidFill>
                  <a:srgbClr val="656565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선택구현</a:t>
            </a:r>
            <a:r>
              <a:rPr lang="en-US" altLang="ko-KR" sz="1000" b="0" i="0" u="none" strike="noStrike" baseline="0" dirty="0">
                <a:solidFill>
                  <a:srgbClr val="656565"/>
                </a:solidFill>
                <a:latin typeface="Arial" panose="020B0604020202020204" pitchFamily="34" charset="0"/>
                <a:ea typeface="굴림" panose="020B0600000101010101" pitchFamily="50" charset="-127"/>
              </a:rPr>
              <a:t>) </a:t>
            </a:r>
          </a:p>
          <a:p>
            <a:r>
              <a:rPr lang="ko-KR" altLang="en-US" sz="1000" b="0" i="0" u="none" strike="noStrike" baseline="0" dirty="0">
                <a:solidFill>
                  <a:srgbClr val="656565"/>
                </a:solidFill>
                <a:latin typeface="Arial" panose="020B0604020202020204" pitchFamily="34" charset="0"/>
                <a:ea typeface="굴림" panose="020B0600000101010101" pitchFamily="50" charset="-127"/>
              </a:rPr>
              <a:t>● 비밀번호 암호화 </a:t>
            </a:r>
          </a:p>
          <a:p>
            <a:r>
              <a:rPr lang="ko-KR" altLang="en-US" sz="1000" b="0" i="0" u="none" strike="noStrike" baseline="0" dirty="0">
                <a:solidFill>
                  <a:srgbClr val="656565"/>
                </a:solidFill>
                <a:latin typeface="Arial" panose="020B0604020202020204" pitchFamily="34" charset="0"/>
                <a:ea typeface="굴림" panose="020B0600000101010101" pitchFamily="50" charset="-127"/>
              </a:rPr>
              <a:t>● 로그인 상태 유지 </a:t>
            </a:r>
          </a:p>
          <a:p>
            <a:r>
              <a:rPr lang="ko-KR" altLang="en-US" sz="1000" b="0" i="0" u="none" strike="noStrike" baseline="0" dirty="0">
                <a:solidFill>
                  <a:srgbClr val="656565"/>
                </a:solidFill>
                <a:latin typeface="Arial" panose="020B0604020202020204" pitchFamily="34" charset="0"/>
                <a:ea typeface="굴림" panose="020B0600000101010101" pitchFamily="50" charset="-127"/>
              </a:rPr>
              <a:t>● 인증이 필요한 기능 접근 제한 </a:t>
            </a:r>
          </a:p>
          <a:p>
            <a:endParaRPr lang="ko-KR" altLang="en-US" sz="1000" b="0" i="0" u="none" strike="noStrike" baseline="0" dirty="0">
              <a:solidFill>
                <a:srgbClr val="656565"/>
              </a:solidFill>
              <a:latin typeface="Arial" panose="020B0604020202020204" pitchFamily="34" charset="0"/>
              <a:ea typeface="굴림" panose="020B0600000101010101" pitchFamily="50" charset="-127"/>
            </a:endParaRPr>
          </a:p>
          <a:p>
            <a:r>
              <a:rPr lang="en-US" altLang="ko-KR" sz="1000" b="0" i="0" u="none" strike="noStrike" baseline="0" dirty="0">
                <a:solidFill>
                  <a:srgbClr val="000000"/>
                </a:solidFill>
                <a:latin typeface="Arial" panose="020B0604020202020204" pitchFamily="34" charset="0"/>
                <a:ea typeface="굴림" panose="020B0600000101010101" pitchFamily="50" charset="-127"/>
              </a:rPr>
              <a:t>2) </a:t>
            </a:r>
            <a:r>
              <a:rPr lang="ko-KR" altLang="en-US" sz="1000" b="0" i="0" u="none" strike="noStrike" baseline="0" dirty="0">
                <a:solidFill>
                  <a:srgbClr val="000000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핵심 데이터 </a:t>
            </a:r>
            <a:r>
              <a:rPr lang="en-US" altLang="ko-KR" sz="1000" b="0" i="0" u="none" strike="noStrike" baseline="0" dirty="0">
                <a:solidFill>
                  <a:srgbClr val="000000"/>
                </a:solidFill>
                <a:latin typeface="Arial" panose="020B0604020202020204" pitchFamily="34" charset="0"/>
                <a:ea typeface="굴림" panose="020B0600000101010101" pitchFamily="50" charset="-127"/>
              </a:rPr>
              <a:t>CRUD </a:t>
            </a:r>
            <a:r>
              <a:rPr lang="ko-KR" altLang="en-US" sz="1000" b="0" i="0" u="none" strike="noStrike" baseline="0" dirty="0">
                <a:solidFill>
                  <a:srgbClr val="000000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구현 </a:t>
            </a:r>
          </a:p>
          <a:p>
            <a:r>
              <a:rPr lang="ko-KR" altLang="en-US" sz="1000" b="0" i="0" u="none" strike="noStrike" baseline="0" dirty="0">
                <a:solidFill>
                  <a:srgbClr val="000000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프로젝트 주제와 관련된 핵심 데이터를 대상으로 </a:t>
            </a:r>
            <a:r>
              <a:rPr lang="en-US" altLang="ko-KR" sz="1000" b="0" i="0" u="none" strike="noStrike" baseline="0" dirty="0">
                <a:solidFill>
                  <a:srgbClr val="000000"/>
                </a:solidFill>
                <a:latin typeface="Arial" panose="020B0604020202020204" pitchFamily="34" charset="0"/>
                <a:ea typeface="굴림" panose="020B0600000101010101" pitchFamily="50" charset="-127"/>
              </a:rPr>
              <a:t>CRUD </a:t>
            </a:r>
            <a:r>
              <a:rPr lang="ko-KR" altLang="en-US" sz="1000" b="0" i="0" u="none" strike="noStrike" baseline="0" dirty="0">
                <a:solidFill>
                  <a:srgbClr val="000000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기능을 구현해야 합니다</a:t>
            </a:r>
            <a:r>
              <a:rPr lang="en-US" altLang="ko-KR" sz="1000" b="0" i="0" u="none" strike="noStrike" baseline="0" dirty="0">
                <a:solidFill>
                  <a:srgbClr val="000000"/>
                </a:solidFill>
                <a:latin typeface="Arial" panose="020B0604020202020204" pitchFamily="34" charset="0"/>
                <a:ea typeface="굴림" panose="020B0600000101010101" pitchFamily="50" charset="-127"/>
              </a:rPr>
              <a:t>. </a:t>
            </a:r>
          </a:p>
          <a:p>
            <a:r>
              <a:rPr lang="ko-KR" altLang="en-US" sz="1000" b="0" i="0" u="none" strike="noStrike" baseline="0" dirty="0">
                <a:solidFill>
                  <a:srgbClr val="000000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반드시 포함할 기능</a:t>
            </a:r>
            <a:r>
              <a:rPr lang="en-US" altLang="ko-KR" sz="1000" b="0" i="0" u="none" strike="noStrike" baseline="0" dirty="0">
                <a:solidFill>
                  <a:srgbClr val="000000"/>
                </a:solidFill>
                <a:latin typeface="Arial" panose="020B0604020202020204" pitchFamily="34" charset="0"/>
                <a:ea typeface="굴림" panose="020B0600000101010101" pitchFamily="50" charset="-127"/>
              </a:rPr>
              <a:t>[ </a:t>
            </a:r>
            <a:r>
              <a:rPr lang="ko-KR" altLang="en-US" sz="1000" b="0" i="0" u="none" strike="noStrike" baseline="0" dirty="0">
                <a:solidFill>
                  <a:srgbClr val="000000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생성</a:t>
            </a:r>
            <a:r>
              <a:rPr lang="en-US" altLang="ko-KR" sz="1000" b="0" i="0" u="none" strike="noStrike" baseline="0" dirty="0">
                <a:solidFill>
                  <a:srgbClr val="000000"/>
                </a:solidFill>
                <a:latin typeface="Arial" panose="020B0604020202020204" pitchFamily="34" charset="0"/>
                <a:ea typeface="굴림" panose="020B0600000101010101" pitchFamily="50" charset="-127"/>
              </a:rPr>
              <a:t>(Create), </a:t>
            </a:r>
            <a:r>
              <a:rPr lang="ko-KR" altLang="en-US" sz="1000" b="0" i="0" u="none" strike="noStrike" baseline="0" dirty="0">
                <a:solidFill>
                  <a:srgbClr val="000000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조회</a:t>
            </a:r>
            <a:r>
              <a:rPr lang="en-US" altLang="ko-KR" sz="1000" b="0" i="0" u="none" strike="noStrike" baseline="0" dirty="0">
                <a:solidFill>
                  <a:srgbClr val="000000"/>
                </a:solidFill>
                <a:latin typeface="Arial" panose="020B0604020202020204" pitchFamily="34" charset="0"/>
                <a:ea typeface="굴림" panose="020B0600000101010101" pitchFamily="50" charset="-127"/>
              </a:rPr>
              <a:t>(Read), </a:t>
            </a:r>
            <a:r>
              <a:rPr lang="ko-KR" altLang="en-US" sz="1000" b="0" i="0" u="none" strike="noStrike" baseline="0" dirty="0">
                <a:solidFill>
                  <a:srgbClr val="000000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수정</a:t>
            </a:r>
            <a:r>
              <a:rPr lang="en-US" altLang="ko-KR" sz="1000" b="0" i="0" u="none" strike="noStrike" baseline="0" dirty="0">
                <a:solidFill>
                  <a:srgbClr val="000000"/>
                </a:solidFill>
                <a:latin typeface="Arial" panose="020B0604020202020204" pitchFamily="34" charset="0"/>
                <a:ea typeface="굴림" panose="020B0600000101010101" pitchFamily="50" charset="-127"/>
              </a:rPr>
              <a:t>(Update), </a:t>
            </a:r>
            <a:r>
              <a:rPr lang="ko-KR" altLang="en-US" sz="1000" b="0" i="0" u="none" strike="noStrike" baseline="0" dirty="0">
                <a:solidFill>
                  <a:srgbClr val="000000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삭제</a:t>
            </a:r>
            <a:r>
              <a:rPr lang="en-US" altLang="ko-KR" sz="1000" b="0" i="0" u="none" strike="noStrike" baseline="0" dirty="0">
                <a:solidFill>
                  <a:srgbClr val="000000"/>
                </a:solidFill>
                <a:latin typeface="Arial" panose="020B0604020202020204" pitchFamily="34" charset="0"/>
                <a:ea typeface="굴림" panose="020B0600000101010101" pitchFamily="50" charset="-127"/>
              </a:rPr>
              <a:t>(Delete) ] </a:t>
            </a:r>
          </a:p>
          <a:p>
            <a:r>
              <a:rPr lang="ko-KR" altLang="en-US" sz="1000" b="0" i="0" u="none" strike="noStrike" baseline="0" dirty="0">
                <a:solidFill>
                  <a:srgbClr val="000000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예시</a:t>
            </a:r>
            <a:r>
              <a:rPr lang="en-US" altLang="ko-KR" sz="1000" b="0" i="0" u="none" strike="noStrike" baseline="0" dirty="0">
                <a:solidFill>
                  <a:srgbClr val="000000"/>
                </a:solidFill>
                <a:latin typeface="Arial" panose="020B0604020202020204" pitchFamily="34" charset="0"/>
                <a:ea typeface="굴림" panose="020B0600000101010101" pitchFamily="50" charset="-127"/>
              </a:rPr>
              <a:t>) </a:t>
            </a:r>
          </a:p>
          <a:p>
            <a:r>
              <a:rPr lang="ko-KR" altLang="en-US" sz="1000" b="0" i="0" u="none" strike="noStrike" baseline="0" dirty="0">
                <a:solidFill>
                  <a:srgbClr val="000000"/>
                </a:solidFill>
                <a:latin typeface="Arial" panose="020B0604020202020204" pitchFamily="34" charset="0"/>
                <a:ea typeface="굴림" panose="020B0600000101010101" pitchFamily="50" charset="-127"/>
              </a:rPr>
              <a:t>● 게시글 관리 </a:t>
            </a:r>
          </a:p>
          <a:p>
            <a:r>
              <a:rPr lang="ko-KR" altLang="en-US" sz="1000" b="0" i="0" u="none" strike="noStrike" baseline="0" dirty="0">
                <a:solidFill>
                  <a:srgbClr val="000000"/>
                </a:solidFill>
                <a:latin typeface="Arial" panose="020B0604020202020204" pitchFamily="34" charset="0"/>
                <a:ea typeface="굴림" panose="020B0600000101010101" pitchFamily="50" charset="-127"/>
              </a:rPr>
              <a:t>● 일정 관리 </a:t>
            </a:r>
          </a:p>
          <a:p>
            <a:r>
              <a:rPr lang="ko-KR" altLang="en-US" sz="1000" b="0" i="0" u="none" strike="noStrike" baseline="0" dirty="0">
                <a:solidFill>
                  <a:srgbClr val="000000"/>
                </a:solidFill>
                <a:latin typeface="Arial" panose="020B0604020202020204" pitchFamily="34" charset="0"/>
                <a:ea typeface="굴림" panose="020B0600000101010101" pitchFamily="50" charset="-127"/>
              </a:rPr>
              <a:t>● 리뷰 관리 </a:t>
            </a:r>
          </a:p>
          <a:p>
            <a:r>
              <a:rPr lang="ko-KR" altLang="en-US" sz="1000" b="0" i="0" u="none" strike="noStrike" baseline="0" dirty="0">
                <a:solidFill>
                  <a:srgbClr val="000000"/>
                </a:solidFill>
                <a:latin typeface="Arial" panose="020B0604020202020204" pitchFamily="34" charset="0"/>
                <a:ea typeface="굴림" panose="020B0600000101010101" pitchFamily="50" charset="-127"/>
              </a:rPr>
              <a:t>● 상품 관리 </a:t>
            </a:r>
          </a:p>
          <a:p>
            <a:r>
              <a:rPr lang="ko-KR" altLang="en-US" sz="1000" b="0" i="0" u="none" strike="noStrike" baseline="0" dirty="0">
                <a:solidFill>
                  <a:srgbClr val="000000"/>
                </a:solidFill>
                <a:latin typeface="Arial" panose="020B0604020202020204" pitchFamily="34" charset="0"/>
                <a:ea typeface="굴림" panose="020B0600000101010101" pitchFamily="50" charset="-127"/>
              </a:rPr>
              <a:t>● 모임 관리 </a:t>
            </a:r>
          </a:p>
          <a:p>
            <a:r>
              <a:rPr lang="ko-KR" altLang="en-US" sz="1000" b="0" i="0" u="none" strike="noStrike" baseline="0" dirty="0">
                <a:solidFill>
                  <a:srgbClr val="000000"/>
                </a:solidFill>
                <a:latin typeface="Arial" panose="020B0604020202020204" pitchFamily="34" charset="0"/>
                <a:ea typeface="굴림" panose="020B0600000101010101" pitchFamily="50" charset="-127"/>
              </a:rPr>
              <a:t>● 게시글 이미지 업로드 </a:t>
            </a:r>
          </a:p>
          <a:p>
            <a:endParaRPr lang="ko-KR" altLang="en-US" sz="1000" b="0" i="0" u="none" strike="noStrike" baseline="0" dirty="0">
              <a:solidFill>
                <a:srgbClr val="000000"/>
              </a:solidFill>
              <a:latin typeface="Arial" panose="020B0604020202020204" pitchFamily="34" charset="0"/>
              <a:ea typeface="굴림" panose="020B0600000101010101" pitchFamily="50" charset="-127"/>
            </a:endParaRPr>
          </a:p>
          <a:p>
            <a:r>
              <a:rPr lang="en-US" altLang="ko-KR" sz="1000" b="0" i="0" u="none" strike="noStrike" baseline="0" dirty="0">
                <a:solidFill>
                  <a:srgbClr val="000000"/>
                </a:solidFill>
                <a:latin typeface="Arial" panose="020B0604020202020204" pitchFamily="34" charset="0"/>
                <a:ea typeface="굴림" panose="020B0600000101010101" pitchFamily="50" charset="-127"/>
              </a:rPr>
              <a:t>3) </a:t>
            </a:r>
            <a:r>
              <a:rPr lang="ko-KR" altLang="en-US" sz="1000" b="0" i="0" u="none" strike="noStrike" baseline="0" dirty="0">
                <a:solidFill>
                  <a:srgbClr val="000000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데이터베이스 연동 </a:t>
            </a:r>
          </a:p>
          <a:p>
            <a:r>
              <a:rPr lang="ko-KR" altLang="en-US" sz="1000" b="0" i="0" u="none" strike="noStrike" baseline="0" dirty="0">
                <a:solidFill>
                  <a:srgbClr val="000000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데이터베이스를 사용하여 데이터를 영구 저장해야 합니다</a:t>
            </a:r>
            <a:r>
              <a:rPr lang="en-US" altLang="ko-KR" sz="1000" b="0" i="0" u="none" strike="noStrike" baseline="0" dirty="0">
                <a:solidFill>
                  <a:srgbClr val="000000"/>
                </a:solidFill>
                <a:latin typeface="Arial" panose="020B0604020202020204" pitchFamily="34" charset="0"/>
                <a:ea typeface="굴림" panose="020B0600000101010101" pitchFamily="50" charset="-127"/>
              </a:rPr>
              <a:t>. </a:t>
            </a:r>
          </a:p>
          <a:p>
            <a:r>
              <a:rPr lang="en-US" altLang="ko-KR" sz="1000" b="0" i="0" u="none" strike="noStrike" baseline="0" dirty="0">
                <a:solidFill>
                  <a:srgbClr val="000000"/>
                </a:solidFill>
                <a:latin typeface="Arial" panose="020B0604020202020204" pitchFamily="34" charset="0"/>
                <a:ea typeface="굴림" panose="020B0600000101010101" pitchFamily="50" charset="-127"/>
              </a:rPr>
              <a:t>4) </a:t>
            </a:r>
            <a:r>
              <a:rPr lang="ko-KR" altLang="en-US" sz="1000" b="0" i="0" u="none" strike="noStrike" baseline="0" dirty="0">
                <a:solidFill>
                  <a:srgbClr val="000000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사용자 권한 처리 </a:t>
            </a:r>
          </a:p>
          <a:p>
            <a:r>
              <a:rPr lang="ko-KR" altLang="en-US" sz="1000" b="0" i="0" u="none" strike="noStrike" baseline="0" dirty="0">
                <a:solidFill>
                  <a:srgbClr val="000000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사용자별 데이터 접근 권한을 구현해야 합니다</a:t>
            </a:r>
            <a:r>
              <a:rPr lang="en-US" altLang="ko-KR" sz="1000" b="0" i="0" u="none" strike="noStrike" baseline="0" dirty="0">
                <a:solidFill>
                  <a:srgbClr val="000000"/>
                </a:solidFill>
                <a:latin typeface="Arial" panose="020B0604020202020204" pitchFamily="34" charset="0"/>
                <a:ea typeface="굴림" panose="020B0600000101010101" pitchFamily="50" charset="-127"/>
              </a:rPr>
              <a:t>. </a:t>
            </a:r>
          </a:p>
          <a:p>
            <a:r>
              <a:rPr lang="ko-KR" altLang="en-US" sz="1000" b="0" i="0" u="none" strike="noStrike" baseline="0" dirty="0">
                <a:solidFill>
                  <a:srgbClr val="000000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예시 </a:t>
            </a:r>
          </a:p>
          <a:p>
            <a:r>
              <a:rPr lang="ko-KR" altLang="en-US" sz="1000" b="0" i="0" u="none" strike="noStrike" baseline="0" dirty="0">
                <a:solidFill>
                  <a:srgbClr val="000000"/>
                </a:solidFill>
                <a:latin typeface="Arial" panose="020B0604020202020204" pitchFamily="34" charset="0"/>
                <a:ea typeface="굴림" panose="020B0600000101010101" pitchFamily="50" charset="-127"/>
              </a:rPr>
              <a:t>● 본인이 작성한 데이터만 수정 가능 </a:t>
            </a:r>
          </a:p>
          <a:p>
            <a:r>
              <a:rPr lang="ko-KR" altLang="en-US" sz="1000" b="0" i="0" u="none" strike="noStrike" baseline="0" dirty="0">
                <a:solidFill>
                  <a:srgbClr val="000000"/>
                </a:solidFill>
                <a:latin typeface="Arial" panose="020B0604020202020204" pitchFamily="34" charset="0"/>
                <a:ea typeface="굴림" panose="020B0600000101010101" pitchFamily="50" charset="-127"/>
              </a:rPr>
              <a:t>● 본인이 작성한 데이터만 삭제 가능 </a:t>
            </a:r>
          </a:p>
          <a:p>
            <a:endParaRPr lang="ko-KR" altLang="en-US" sz="1000" b="0" i="0" u="none" strike="noStrike" baseline="0" dirty="0">
              <a:solidFill>
                <a:srgbClr val="000000"/>
              </a:solidFill>
              <a:latin typeface="Arial" panose="020B0604020202020204" pitchFamily="34" charset="0"/>
              <a:ea typeface="굴림" panose="020B0600000101010101" pitchFamily="50" charset="-127"/>
            </a:endParaRPr>
          </a:p>
          <a:p>
            <a:r>
              <a:rPr lang="en-US" altLang="ko-KR" sz="1000" b="0" i="0" u="none" strike="noStrike" baseline="0" dirty="0">
                <a:solidFill>
                  <a:srgbClr val="000000"/>
                </a:solidFill>
                <a:latin typeface="Arial" panose="020B0604020202020204" pitchFamily="34" charset="0"/>
                <a:ea typeface="굴림" panose="020B0600000101010101" pitchFamily="50" charset="-127"/>
              </a:rPr>
              <a:t>5) </a:t>
            </a:r>
            <a:r>
              <a:rPr lang="ko-KR" altLang="en-US" sz="1000" b="0" i="0" u="none" strike="noStrike" baseline="0" dirty="0">
                <a:solidFill>
                  <a:srgbClr val="000000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검색 기능 </a:t>
            </a:r>
          </a:p>
          <a:p>
            <a:r>
              <a:rPr lang="ko-KR" altLang="en-US" sz="1000" b="0" i="0" u="none" strike="noStrike" baseline="0" dirty="0">
                <a:solidFill>
                  <a:srgbClr val="000000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최소 </a:t>
            </a:r>
            <a:r>
              <a:rPr lang="en-US" altLang="ko-KR" sz="1000" b="0" i="0" u="none" strike="noStrike" baseline="0" dirty="0">
                <a:solidFill>
                  <a:srgbClr val="000000"/>
                </a:solidFill>
                <a:latin typeface="Arial" panose="020B0604020202020204" pitchFamily="34" charset="0"/>
                <a:ea typeface="굴림" panose="020B0600000101010101" pitchFamily="50" charset="-127"/>
              </a:rPr>
              <a:t>1</a:t>
            </a:r>
            <a:r>
              <a:rPr lang="ko-KR" altLang="en-US" sz="1000" b="0" i="0" u="none" strike="noStrike" baseline="0" dirty="0">
                <a:solidFill>
                  <a:srgbClr val="000000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개 이상의 검색 기능을 구현해야 합니다</a:t>
            </a:r>
            <a:r>
              <a:rPr lang="en-US" altLang="ko-KR" sz="1000" b="0" i="0" u="none" strike="noStrike" baseline="0" dirty="0">
                <a:solidFill>
                  <a:srgbClr val="000000"/>
                </a:solidFill>
                <a:latin typeface="Arial" panose="020B0604020202020204" pitchFamily="34" charset="0"/>
                <a:ea typeface="굴림" panose="020B0600000101010101" pitchFamily="50" charset="-127"/>
              </a:rPr>
              <a:t>. </a:t>
            </a:r>
          </a:p>
          <a:p>
            <a:r>
              <a:rPr lang="ko-KR" altLang="en-US" sz="1000" b="0" i="0" u="none" strike="noStrike" baseline="0" dirty="0">
                <a:solidFill>
                  <a:srgbClr val="000000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예시 </a:t>
            </a:r>
          </a:p>
          <a:p>
            <a:r>
              <a:rPr lang="ko-KR" altLang="en-US" sz="1000" b="0" i="0" u="none" strike="noStrike" baseline="0" dirty="0">
                <a:solidFill>
                  <a:srgbClr val="000000"/>
                </a:solidFill>
                <a:latin typeface="Arial" panose="020B0604020202020204" pitchFamily="34" charset="0"/>
                <a:ea typeface="굴림" panose="020B0600000101010101" pitchFamily="50" charset="-127"/>
              </a:rPr>
              <a:t>● 제목 검색 </a:t>
            </a:r>
          </a:p>
          <a:p>
            <a:r>
              <a:rPr lang="ko-KR" altLang="en-US" sz="1000" b="0" i="0" u="none" strike="noStrike" baseline="0" dirty="0">
                <a:solidFill>
                  <a:srgbClr val="000000"/>
                </a:solidFill>
                <a:latin typeface="Arial" panose="020B0604020202020204" pitchFamily="34" charset="0"/>
                <a:ea typeface="굴림" panose="020B0600000101010101" pitchFamily="50" charset="-127"/>
              </a:rPr>
              <a:t>● 이름 검색 </a:t>
            </a:r>
          </a:p>
          <a:p>
            <a:r>
              <a:rPr lang="ko-KR" altLang="en-US" sz="1000" b="0" i="0" u="none" strike="noStrike" baseline="0" dirty="0">
                <a:solidFill>
                  <a:srgbClr val="000000"/>
                </a:solidFill>
                <a:latin typeface="Arial" panose="020B0604020202020204" pitchFamily="34" charset="0"/>
                <a:ea typeface="굴림" panose="020B0600000101010101" pitchFamily="50" charset="-127"/>
              </a:rPr>
              <a:t>● 키워드 검색 </a:t>
            </a:r>
          </a:p>
          <a:p>
            <a:r>
              <a:rPr lang="ko-KR" altLang="en-US" sz="1000" b="0" i="0" u="none" strike="noStrike" baseline="0" dirty="0">
                <a:solidFill>
                  <a:srgbClr val="000000"/>
                </a:solidFill>
                <a:latin typeface="Arial" panose="020B0604020202020204" pitchFamily="34" charset="0"/>
                <a:ea typeface="굴림" panose="020B0600000101010101" pitchFamily="50" charset="-127"/>
              </a:rPr>
              <a:t>● 카테고리 검색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40BC716-2381-91D3-9AFA-E18B2D8E988B}"/>
              </a:ext>
            </a:extLst>
          </p:cNvPr>
          <p:cNvSpPr txBox="1"/>
          <p:nvPr/>
        </p:nvSpPr>
        <p:spPr>
          <a:xfrm>
            <a:off x="5819775" y="366295"/>
            <a:ext cx="6096000" cy="53399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100" b="0" i="0" u="none" strike="noStrike" baseline="0" dirty="0">
                <a:solidFill>
                  <a:srgbClr val="000000"/>
                </a:solidFill>
                <a:latin typeface="Arial" panose="020B0604020202020204" pitchFamily="34" charset="0"/>
              </a:rPr>
              <a:t>6) </a:t>
            </a:r>
            <a:r>
              <a:rPr lang="ko-KR" altLang="en-US" sz="1100" b="0" i="0" u="none" strike="noStrike" baseline="0" dirty="0">
                <a:solidFill>
                  <a:srgbClr val="000000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외부 </a:t>
            </a:r>
            <a:r>
              <a:rPr lang="en-US" altLang="ko-KR" sz="1100" b="0" i="0" u="none" strike="noStrike" baseline="0" dirty="0">
                <a:solidFill>
                  <a:srgbClr val="000000"/>
                </a:solidFill>
                <a:latin typeface="Arial" panose="020B0604020202020204" pitchFamily="34" charset="0"/>
                <a:ea typeface="굴림" panose="020B0600000101010101" pitchFamily="50" charset="-127"/>
              </a:rPr>
              <a:t>OPEN API </a:t>
            </a:r>
            <a:r>
              <a:rPr lang="ko-KR" altLang="en-US" sz="1100" b="0" i="0" u="none" strike="noStrike" baseline="0" dirty="0">
                <a:solidFill>
                  <a:srgbClr val="000000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연동 </a:t>
            </a:r>
          </a:p>
          <a:p>
            <a:r>
              <a:rPr lang="ko-KR" altLang="en-US" sz="1100" b="0" i="0" u="none" strike="noStrike" baseline="0" dirty="0">
                <a:solidFill>
                  <a:srgbClr val="000000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외부 </a:t>
            </a:r>
            <a:r>
              <a:rPr lang="en-US" altLang="ko-KR" sz="1100" b="0" i="0" u="none" strike="noStrike" baseline="0" dirty="0">
                <a:solidFill>
                  <a:srgbClr val="000000"/>
                </a:solidFill>
                <a:latin typeface="Arial" panose="020B0604020202020204" pitchFamily="34" charset="0"/>
                <a:ea typeface="굴림" panose="020B0600000101010101" pitchFamily="50" charset="-127"/>
              </a:rPr>
              <a:t>OPEN API</a:t>
            </a:r>
            <a:r>
              <a:rPr lang="ko-KR" altLang="en-US" sz="1100" b="0" i="0" u="none" strike="noStrike" baseline="0" dirty="0">
                <a:solidFill>
                  <a:srgbClr val="000000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를 최소 </a:t>
            </a:r>
            <a:r>
              <a:rPr lang="en-US" altLang="ko-KR" sz="1100" b="0" i="0" u="none" strike="noStrike" baseline="0" dirty="0">
                <a:solidFill>
                  <a:srgbClr val="000000"/>
                </a:solidFill>
                <a:latin typeface="Arial" panose="020B0604020202020204" pitchFamily="34" charset="0"/>
                <a:ea typeface="굴림" panose="020B0600000101010101" pitchFamily="50" charset="-127"/>
              </a:rPr>
              <a:t>1</a:t>
            </a:r>
            <a:r>
              <a:rPr lang="ko-KR" altLang="en-US" sz="1100" b="0" i="0" u="none" strike="noStrike" baseline="0" dirty="0">
                <a:solidFill>
                  <a:srgbClr val="000000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개 이상 활용해야 합니다</a:t>
            </a:r>
            <a:r>
              <a:rPr lang="en-US" altLang="ko-KR" sz="1100" b="0" i="0" u="none" strike="noStrike" baseline="0" dirty="0">
                <a:solidFill>
                  <a:srgbClr val="000000"/>
                </a:solidFill>
                <a:latin typeface="Arial" panose="020B0604020202020204" pitchFamily="34" charset="0"/>
                <a:ea typeface="굴림" panose="020B0600000101010101" pitchFamily="50" charset="-127"/>
              </a:rPr>
              <a:t>. </a:t>
            </a:r>
          </a:p>
          <a:p>
            <a:r>
              <a:rPr lang="ko-KR" altLang="en-US" sz="1100" b="0" i="0" u="none" strike="noStrike" baseline="0" dirty="0">
                <a:solidFill>
                  <a:srgbClr val="000000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예시 </a:t>
            </a:r>
          </a:p>
          <a:p>
            <a:r>
              <a:rPr lang="ko-KR" altLang="en-US" sz="1100" b="0" i="0" u="none" strike="noStrike" baseline="0" dirty="0">
                <a:solidFill>
                  <a:srgbClr val="000000"/>
                </a:solidFill>
                <a:latin typeface="Arial" panose="020B0604020202020204" pitchFamily="34" charset="0"/>
                <a:ea typeface="굴림" panose="020B0600000101010101" pitchFamily="50" charset="-127"/>
              </a:rPr>
              <a:t>● </a:t>
            </a:r>
            <a:r>
              <a:rPr lang="ko-KR" altLang="en-US" sz="1100" b="0" i="0" u="none" strike="noStrike" baseline="0" dirty="0">
                <a:solidFill>
                  <a:srgbClr val="000000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날씨 </a:t>
            </a:r>
            <a:r>
              <a:rPr lang="en-US" altLang="ko-KR" sz="1100" b="0" i="0" u="none" strike="noStrike" baseline="0" dirty="0">
                <a:solidFill>
                  <a:srgbClr val="000000"/>
                </a:solidFill>
                <a:latin typeface="Arial" panose="020B0604020202020204" pitchFamily="34" charset="0"/>
                <a:ea typeface="굴림" panose="020B0600000101010101" pitchFamily="50" charset="-127"/>
              </a:rPr>
              <a:t>OPEN API </a:t>
            </a:r>
          </a:p>
          <a:p>
            <a:r>
              <a:rPr lang="ko-KR" altLang="en-US" sz="1100" b="0" i="0" u="none" strike="noStrike" baseline="0" dirty="0">
                <a:solidFill>
                  <a:srgbClr val="000000"/>
                </a:solidFill>
                <a:latin typeface="Arial" panose="020B0604020202020204" pitchFamily="34" charset="0"/>
                <a:ea typeface="굴림" panose="020B0600000101010101" pitchFamily="50" charset="-127"/>
              </a:rPr>
              <a:t>● </a:t>
            </a:r>
            <a:r>
              <a:rPr lang="ko-KR" altLang="en-US" sz="1100" b="0" i="0" u="none" strike="noStrike" baseline="0" dirty="0">
                <a:solidFill>
                  <a:srgbClr val="000000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영화 정보 </a:t>
            </a:r>
            <a:r>
              <a:rPr lang="en-US" altLang="ko-KR" sz="1100" b="0" i="0" u="none" strike="noStrike" baseline="0" dirty="0">
                <a:solidFill>
                  <a:srgbClr val="000000"/>
                </a:solidFill>
                <a:latin typeface="Arial" panose="020B0604020202020204" pitchFamily="34" charset="0"/>
                <a:ea typeface="굴림" panose="020B0600000101010101" pitchFamily="50" charset="-127"/>
              </a:rPr>
              <a:t>OPEN API </a:t>
            </a:r>
          </a:p>
          <a:p>
            <a:r>
              <a:rPr lang="ko-KR" altLang="en-US" sz="1100" b="0" i="0" u="none" strike="noStrike" baseline="0" dirty="0">
                <a:solidFill>
                  <a:srgbClr val="000000"/>
                </a:solidFill>
                <a:latin typeface="Arial" panose="020B0604020202020204" pitchFamily="34" charset="0"/>
                <a:ea typeface="굴림" panose="020B0600000101010101" pitchFamily="50" charset="-127"/>
              </a:rPr>
              <a:t>● </a:t>
            </a:r>
            <a:r>
              <a:rPr lang="ko-KR" altLang="en-US" sz="1100" b="0" i="0" u="none" strike="noStrike" baseline="0" dirty="0">
                <a:solidFill>
                  <a:srgbClr val="000000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도서 검색 </a:t>
            </a:r>
            <a:r>
              <a:rPr lang="en-US" altLang="ko-KR" sz="1100" b="0" i="0" u="none" strike="noStrike" baseline="0" dirty="0">
                <a:solidFill>
                  <a:srgbClr val="000000"/>
                </a:solidFill>
                <a:latin typeface="Arial" panose="020B0604020202020204" pitchFamily="34" charset="0"/>
                <a:ea typeface="굴림" panose="020B0600000101010101" pitchFamily="50" charset="-127"/>
              </a:rPr>
              <a:t>OPEN API </a:t>
            </a:r>
          </a:p>
          <a:p>
            <a:r>
              <a:rPr lang="ko-KR" altLang="en-US" sz="1100" b="0" i="0" u="none" strike="noStrike" baseline="0" dirty="0">
                <a:solidFill>
                  <a:srgbClr val="000000"/>
                </a:solidFill>
                <a:latin typeface="Arial" panose="020B0604020202020204" pitchFamily="34" charset="0"/>
                <a:ea typeface="굴림" panose="020B0600000101010101" pitchFamily="50" charset="-127"/>
              </a:rPr>
              <a:t>● </a:t>
            </a:r>
            <a:r>
              <a:rPr lang="ko-KR" altLang="en-US" sz="1100" b="0" i="0" u="none" strike="noStrike" baseline="0" dirty="0">
                <a:solidFill>
                  <a:srgbClr val="000000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환율 </a:t>
            </a:r>
            <a:r>
              <a:rPr lang="en-US" altLang="ko-KR" sz="1100" b="0" i="0" u="none" strike="noStrike" baseline="0" dirty="0">
                <a:solidFill>
                  <a:srgbClr val="000000"/>
                </a:solidFill>
                <a:latin typeface="Arial" panose="020B0604020202020204" pitchFamily="34" charset="0"/>
                <a:ea typeface="굴림" panose="020B0600000101010101" pitchFamily="50" charset="-127"/>
              </a:rPr>
              <a:t>OPEN API </a:t>
            </a:r>
          </a:p>
          <a:p>
            <a:r>
              <a:rPr lang="ko-KR" altLang="en-US" sz="1100" b="0" i="0" u="none" strike="noStrike" baseline="0" dirty="0">
                <a:solidFill>
                  <a:srgbClr val="000000"/>
                </a:solidFill>
                <a:latin typeface="Arial" panose="020B0604020202020204" pitchFamily="34" charset="0"/>
                <a:ea typeface="굴림" panose="020B0600000101010101" pitchFamily="50" charset="-127"/>
              </a:rPr>
              <a:t>● </a:t>
            </a:r>
            <a:r>
              <a:rPr lang="ko-KR" altLang="en-US" sz="1100" b="0" i="0" u="none" strike="noStrike" baseline="0" dirty="0">
                <a:solidFill>
                  <a:srgbClr val="000000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뉴스 </a:t>
            </a:r>
            <a:r>
              <a:rPr lang="en-US" altLang="ko-KR" sz="1100" b="0" i="0" u="none" strike="noStrike" baseline="0" dirty="0">
                <a:solidFill>
                  <a:srgbClr val="000000"/>
                </a:solidFill>
                <a:latin typeface="Arial" panose="020B0604020202020204" pitchFamily="34" charset="0"/>
                <a:ea typeface="굴림" panose="020B0600000101010101" pitchFamily="50" charset="-127"/>
              </a:rPr>
              <a:t>OPEN API </a:t>
            </a:r>
          </a:p>
          <a:p>
            <a:r>
              <a:rPr lang="ko-KR" altLang="en-US" sz="1100" b="0" i="0" u="none" strike="noStrike" baseline="0" dirty="0">
                <a:solidFill>
                  <a:srgbClr val="000000"/>
                </a:solidFill>
                <a:latin typeface="Arial" panose="020B0604020202020204" pitchFamily="34" charset="0"/>
                <a:ea typeface="굴림" panose="020B0600000101010101" pitchFamily="50" charset="-127"/>
              </a:rPr>
              <a:t>● </a:t>
            </a:r>
            <a:r>
              <a:rPr lang="ko-KR" altLang="en-US" sz="1100" b="0" i="0" u="none" strike="noStrike" baseline="0" dirty="0">
                <a:solidFill>
                  <a:srgbClr val="000000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공공데이터 </a:t>
            </a:r>
            <a:r>
              <a:rPr lang="en-US" altLang="ko-KR" sz="1100" b="0" i="0" u="none" strike="noStrike" baseline="0" dirty="0">
                <a:solidFill>
                  <a:srgbClr val="000000"/>
                </a:solidFill>
                <a:latin typeface="Arial" panose="020B0604020202020204" pitchFamily="34" charset="0"/>
                <a:ea typeface="굴림" panose="020B0600000101010101" pitchFamily="50" charset="-127"/>
              </a:rPr>
              <a:t>OPEN API </a:t>
            </a:r>
          </a:p>
          <a:p>
            <a:endParaRPr lang="ko-KR" altLang="en-US" sz="1100" b="0" i="0" u="none" strike="noStrike" baseline="0" dirty="0">
              <a:solidFill>
                <a:srgbClr val="000000"/>
              </a:solidFill>
              <a:latin typeface="Arial" panose="020B0604020202020204" pitchFamily="34" charset="0"/>
              <a:ea typeface="굴림" panose="020B0600000101010101" pitchFamily="50" charset="-127"/>
            </a:endParaRPr>
          </a:p>
          <a:p>
            <a:r>
              <a:rPr lang="ko-KR" altLang="en-US" sz="1100" b="0" i="0" u="none" strike="noStrike" baseline="0" dirty="0">
                <a:solidFill>
                  <a:srgbClr val="656565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단순 호출이 아닌 서비스 기능과 연계되도록 해 봅시다</a:t>
            </a:r>
            <a:r>
              <a:rPr lang="en-US" altLang="ko-KR" sz="1100" b="0" i="0" u="none" strike="noStrike" baseline="0" dirty="0">
                <a:solidFill>
                  <a:srgbClr val="656565"/>
                </a:solidFill>
                <a:latin typeface="Arial" panose="020B0604020202020204" pitchFamily="34" charset="0"/>
                <a:ea typeface="굴림" panose="020B0600000101010101" pitchFamily="50" charset="-127"/>
              </a:rPr>
              <a:t>. </a:t>
            </a:r>
          </a:p>
          <a:p>
            <a:r>
              <a:rPr lang="en-US" altLang="ko-KR" sz="1100" b="0" i="0" u="none" strike="noStrike" baseline="0" dirty="0">
                <a:solidFill>
                  <a:srgbClr val="000000"/>
                </a:solidFill>
                <a:latin typeface="Arial" panose="020B0604020202020204" pitchFamily="34" charset="0"/>
                <a:ea typeface="굴림" panose="020B0600000101010101" pitchFamily="50" charset="-127"/>
              </a:rPr>
              <a:t>7) </a:t>
            </a:r>
            <a:r>
              <a:rPr lang="ko-KR" altLang="en-US" sz="1100" b="0" i="0" u="none" strike="noStrike" baseline="0" dirty="0">
                <a:solidFill>
                  <a:srgbClr val="000000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카카오 지도 </a:t>
            </a:r>
            <a:r>
              <a:rPr lang="en-US" altLang="ko-KR" sz="1100" b="0" i="0" u="none" strike="noStrike" baseline="0" dirty="0">
                <a:solidFill>
                  <a:srgbClr val="000000"/>
                </a:solidFill>
                <a:latin typeface="Arial" panose="020B0604020202020204" pitchFamily="34" charset="0"/>
                <a:ea typeface="굴림" panose="020B0600000101010101" pitchFamily="50" charset="-127"/>
              </a:rPr>
              <a:t>API </a:t>
            </a:r>
            <a:r>
              <a:rPr lang="ko-KR" altLang="en-US" sz="1100" b="0" i="0" u="none" strike="noStrike" baseline="0" dirty="0">
                <a:solidFill>
                  <a:srgbClr val="000000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활용 </a:t>
            </a:r>
          </a:p>
          <a:p>
            <a:r>
              <a:rPr lang="ko-KR" altLang="en-US" sz="1100" b="0" i="0" u="none" strike="noStrike" baseline="0" dirty="0">
                <a:solidFill>
                  <a:srgbClr val="000000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카카오 지도 </a:t>
            </a:r>
            <a:r>
              <a:rPr lang="en-US" altLang="ko-KR" sz="1100" b="0" i="0" u="none" strike="noStrike" baseline="0" dirty="0">
                <a:solidFill>
                  <a:srgbClr val="000000"/>
                </a:solidFill>
                <a:latin typeface="Arial" panose="020B0604020202020204" pitchFamily="34" charset="0"/>
                <a:ea typeface="굴림" panose="020B0600000101010101" pitchFamily="50" charset="-127"/>
              </a:rPr>
              <a:t>API</a:t>
            </a:r>
            <a:r>
              <a:rPr lang="ko-KR" altLang="en-US" sz="1100" b="0" i="0" u="none" strike="noStrike" baseline="0" dirty="0">
                <a:solidFill>
                  <a:srgbClr val="000000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를 활용한 위치 기반 기능을 최소 </a:t>
            </a:r>
            <a:r>
              <a:rPr lang="en-US" altLang="ko-KR" sz="1100" b="0" i="0" u="none" strike="noStrike" baseline="0" dirty="0">
                <a:solidFill>
                  <a:srgbClr val="000000"/>
                </a:solidFill>
                <a:latin typeface="Arial" panose="020B0604020202020204" pitchFamily="34" charset="0"/>
                <a:ea typeface="굴림" panose="020B0600000101010101" pitchFamily="50" charset="-127"/>
              </a:rPr>
              <a:t>1</a:t>
            </a:r>
            <a:r>
              <a:rPr lang="ko-KR" altLang="en-US" sz="1100" b="0" i="0" u="none" strike="noStrike" baseline="0" dirty="0">
                <a:solidFill>
                  <a:srgbClr val="000000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개 이상 구현해야 합니다</a:t>
            </a:r>
            <a:r>
              <a:rPr lang="en-US" altLang="ko-KR" sz="1100" b="0" i="0" u="none" strike="noStrike" baseline="0" dirty="0">
                <a:solidFill>
                  <a:srgbClr val="000000"/>
                </a:solidFill>
                <a:latin typeface="Arial" panose="020B0604020202020204" pitchFamily="34" charset="0"/>
                <a:ea typeface="굴림" panose="020B0600000101010101" pitchFamily="50" charset="-127"/>
              </a:rPr>
              <a:t>. </a:t>
            </a:r>
          </a:p>
          <a:p>
            <a:r>
              <a:rPr lang="ko-KR" altLang="en-US" sz="1100" b="0" i="0" u="none" strike="noStrike" baseline="0" dirty="0">
                <a:solidFill>
                  <a:srgbClr val="000000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예시 </a:t>
            </a:r>
          </a:p>
          <a:p>
            <a:r>
              <a:rPr lang="ko-KR" altLang="en-US" sz="1100" b="0" i="0" u="none" strike="noStrike" baseline="0" dirty="0">
                <a:solidFill>
                  <a:srgbClr val="000000"/>
                </a:solidFill>
                <a:latin typeface="Arial" panose="020B0604020202020204" pitchFamily="34" charset="0"/>
                <a:ea typeface="굴림" panose="020B0600000101010101" pitchFamily="50" charset="-127"/>
              </a:rPr>
              <a:t>● 장소 검색 </a:t>
            </a:r>
          </a:p>
          <a:p>
            <a:r>
              <a:rPr lang="ko-KR" altLang="en-US" sz="1100" b="0" i="0" u="none" strike="noStrike" baseline="0" dirty="0">
                <a:solidFill>
                  <a:srgbClr val="000000"/>
                </a:solidFill>
                <a:latin typeface="Arial" panose="020B0604020202020204" pitchFamily="34" charset="0"/>
                <a:ea typeface="굴림" panose="020B0600000101010101" pitchFamily="50" charset="-127"/>
              </a:rPr>
              <a:t>● 지도 표시 </a:t>
            </a:r>
          </a:p>
          <a:p>
            <a:r>
              <a:rPr lang="ko-KR" altLang="en-US" sz="1100" b="0" i="0" u="none" strike="noStrike" baseline="0" dirty="0">
                <a:solidFill>
                  <a:srgbClr val="000000"/>
                </a:solidFill>
                <a:latin typeface="Arial" panose="020B0604020202020204" pitchFamily="34" charset="0"/>
                <a:ea typeface="굴림" panose="020B0600000101010101" pitchFamily="50" charset="-127"/>
              </a:rPr>
              <a:t>● 마커 표시 </a:t>
            </a:r>
          </a:p>
          <a:p>
            <a:r>
              <a:rPr lang="ko-KR" altLang="en-US" sz="1100" b="0" i="0" u="none" strike="noStrike" baseline="0" dirty="0">
                <a:solidFill>
                  <a:srgbClr val="000000"/>
                </a:solidFill>
                <a:latin typeface="Arial" panose="020B0604020202020204" pitchFamily="34" charset="0"/>
                <a:ea typeface="굴림" panose="020B0600000101010101" pitchFamily="50" charset="-127"/>
              </a:rPr>
              <a:t>● 현재 위치 표시 </a:t>
            </a:r>
          </a:p>
          <a:p>
            <a:r>
              <a:rPr lang="ko-KR" altLang="en-US" sz="1100" b="0" i="0" u="none" strike="noStrike" baseline="0" dirty="0">
                <a:solidFill>
                  <a:srgbClr val="000000"/>
                </a:solidFill>
                <a:latin typeface="Arial" panose="020B0604020202020204" pitchFamily="34" charset="0"/>
                <a:ea typeface="굴림" panose="020B0600000101010101" pitchFamily="50" charset="-127"/>
              </a:rPr>
              <a:t>● 주소 검색 </a:t>
            </a:r>
          </a:p>
          <a:p>
            <a:r>
              <a:rPr lang="ko-KR" altLang="en-US" sz="1100" b="0" i="0" u="none" strike="noStrike" baseline="0" dirty="0">
                <a:solidFill>
                  <a:srgbClr val="000000"/>
                </a:solidFill>
                <a:latin typeface="Arial" panose="020B0604020202020204" pitchFamily="34" charset="0"/>
                <a:ea typeface="굴림" panose="020B0600000101010101" pitchFamily="50" charset="-127"/>
              </a:rPr>
              <a:t>● 좌표 저장 </a:t>
            </a:r>
          </a:p>
          <a:p>
            <a:r>
              <a:rPr lang="ko-KR" altLang="en-US" sz="1100" b="0" i="0" u="none" strike="noStrike" baseline="0" dirty="0">
                <a:solidFill>
                  <a:srgbClr val="000000"/>
                </a:solidFill>
                <a:latin typeface="Arial" panose="020B0604020202020204" pitchFamily="34" charset="0"/>
                <a:ea typeface="굴림" panose="020B0600000101010101" pitchFamily="50" charset="-127"/>
              </a:rPr>
              <a:t>● </a:t>
            </a:r>
            <a:r>
              <a:rPr lang="en-US" altLang="ko-KR" sz="1100" b="0" i="0" u="none" strike="noStrike" baseline="0" dirty="0">
                <a:solidFill>
                  <a:srgbClr val="000000"/>
                </a:solidFill>
                <a:latin typeface="Arial" panose="020B0604020202020204" pitchFamily="34" charset="0"/>
                <a:ea typeface="굴림" panose="020B0600000101010101" pitchFamily="50" charset="-127"/>
              </a:rPr>
              <a:t>DB</a:t>
            </a:r>
            <a:r>
              <a:rPr lang="ko-KR" altLang="en-US" sz="1100" b="0" i="0" u="none" strike="noStrike" baseline="0" dirty="0">
                <a:solidFill>
                  <a:srgbClr val="000000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에 저장된 위치 표시 </a:t>
            </a:r>
          </a:p>
          <a:p>
            <a:endParaRPr lang="ko-KR" altLang="en-US" sz="1100" b="0" i="0" u="none" strike="noStrike" baseline="0" dirty="0">
              <a:solidFill>
                <a:srgbClr val="000000"/>
              </a:solidFill>
              <a:latin typeface="굴림" panose="020B0600000101010101" pitchFamily="50" charset="-127"/>
              <a:ea typeface="굴림" panose="020B0600000101010101" pitchFamily="50" charset="-127"/>
            </a:endParaRPr>
          </a:p>
          <a:p>
            <a:r>
              <a:rPr lang="en-US" altLang="ko-KR" sz="1100" b="0" i="0" u="none" strike="noStrike" baseline="0" dirty="0">
                <a:solidFill>
                  <a:srgbClr val="000000"/>
                </a:solidFill>
                <a:latin typeface="Arial" panose="020B0604020202020204" pitchFamily="34" charset="0"/>
                <a:ea typeface="굴림" panose="020B0600000101010101" pitchFamily="50" charset="-127"/>
              </a:rPr>
              <a:t>8) </a:t>
            </a:r>
            <a:r>
              <a:rPr lang="ko-KR" altLang="en-US" sz="1100" b="0" i="0" u="none" strike="noStrike" baseline="0" dirty="0" err="1">
                <a:solidFill>
                  <a:srgbClr val="000000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입력값</a:t>
            </a:r>
            <a:r>
              <a:rPr lang="ko-KR" altLang="en-US" sz="1100" b="0" i="0" u="none" strike="noStrike" baseline="0" dirty="0">
                <a:solidFill>
                  <a:srgbClr val="000000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 검증 </a:t>
            </a:r>
            <a:r>
              <a:rPr lang="en-US" altLang="ko-KR" sz="1100" b="0" i="0" u="none" strike="noStrike" baseline="0" dirty="0">
                <a:solidFill>
                  <a:srgbClr val="000000"/>
                </a:solidFill>
                <a:latin typeface="Arial" panose="020B0604020202020204" pitchFamily="34" charset="0"/>
                <a:ea typeface="굴림" panose="020B0600000101010101" pitchFamily="50" charset="-127"/>
              </a:rPr>
              <a:t>(</a:t>
            </a:r>
            <a:r>
              <a:rPr lang="ko-KR" altLang="en-US" sz="1100" b="0" i="0" u="none" strike="noStrike" baseline="0" dirty="0">
                <a:solidFill>
                  <a:srgbClr val="000000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유효성 검사</a:t>
            </a:r>
            <a:r>
              <a:rPr lang="en-US" altLang="ko-KR" sz="1100" b="0" i="0" u="none" strike="noStrike" baseline="0" dirty="0">
                <a:solidFill>
                  <a:srgbClr val="000000"/>
                </a:solidFill>
                <a:latin typeface="Arial" panose="020B0604020202020204" pitchFamily="34" charset="0"/>
                <a:ea typeface="굴림" panose="020B0600000101010101" pitchFamily="50" charset="-127"/>
              </a:rPr>
              <a:t>) </a:t>
            </a:r>
          </a:p>
          <a:p>
            <a:r>
              <a:rPr lang="ko-KR" altLang="en-US" sz="1100" b="0" i="0" u="none" strike="noStrike" baseline="0" dirty="0" err="1">
                <a:solidFill>
                  <a:srgbClr val="000000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프론트엔드</a:t>
            </a:r>
            <a:r>
              <a:rPr lang="ko-KR" altLang="en-US" sz="1100" b="0" i="0" u="none" strike="noStrike" baseline="0" dirty="0">
                <a:solidFill>
                  <a:srgbClr val="000000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 또는 </a:t>
            </a:r>
            <a:r>
              <a:rPr lang="ko-KR" altLang="en-US" sz="1100" b="0" i="0" u="none" strike="noStrike" baseline="0" dirty="0" err="1">
                <a:solidFill>
                  <a:srgbClr val="000000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백엔드</a:t>
            </a:r>
            <a:r>
              <a:rPr lang="ko-KR" altLang="en-US" sz="1100" b="0" i="0" u="none" strike="noStrike" baseline="0" dirty="0">
                <a:solidFill>
                  <a:srgbClr val="000000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 에서 </a:t>
            </a:r>
            <a:r>
              <a:rPr lang="ko-KR" altLang="en-US" sz="1100" b="0" i="0" u="none" strike="noStrike" baseline="0" dirty="0" err="1">
                <a:solidFill>
                  <a:srgbClr val="000000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입력값</a:t>
            </a:r>
            <a:r>
              <a:rPr lang="ko-KR" altLang="en-US" sz="1100" b="0" i="0" u="none" strike="noStrike" baseline="0" dirty="0">
                <a:solidFill>
                  <a:srgbClr val="000000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 검증을 수행해야 합니다</a:t>
            </a:r>
            <a:r>
              <a:rPr lang="en-US" altLang="ko-KR" sz="1100" b="0" i="0" u="none" strike="noStrike" baseline="0" dirty="0">
                <a:solidFill>
                  <a:srgbClr val="000000"/>
                </a:solidFill>
                <a:latin typeface="Arial" panose="020B0604020202020204" pitchFamily="34" charset="0"/>
                <a:ea typeface="굴림" panose="020B0600000101010101" pitchFamily="50" charset="-127"/>
              </a:rPr>
              <a:t>. </a:t>
            </a:r>
            <a:r>
              <a:rPr lang="en-US" altLang="ko-KR" sz="1100" b="0" i="0" u="none" strike="noStrike" baseline="0" dirty="0">
                <a:solidFill>
                  <a:srgbClr val="656565"/>
                </a:solidFill>
                <a:latin typeface="Arial" panose="020B0604020202020204" pitchFamily="34" charset="0"/>
                <a:ea typeface="굴림" panose="020B0600000101010101" pitchFamily="50" charset="-127"/>
              </a:rPr>
              <a:t>(</a:t>
            </a:r>
            <a:r>
              <a:rPr lang="ko-KR" altLang="en-US" sz="1100" b="0" i="0" u="none" strike="noStrike" baseline="0" dirty="0">
                <a:solidFill>
                  <a:srgbClr val="656565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정규표현식</a:t>
            </a:r>
            <a:r>
              <a:rPr lang="en-US" altLang="ko-KR" sz="1100" b="0" i="0" u="none" strike="noStrike" baseline="0" dirty="0">
                <a:solidFill>
                  <a:srgbClr val="656565"/>
                </a:solidFill>
                <a:latin typeface="Arial" panose="020B0604020202020204" pitchFamily="34" charset="0"/>
                <a:ea typeface="굴림" panose="020B0600000101010101" pitchFamily="50" charset="-127"/>
              </a:rPr>
              <a:t>) </a:t>
            </a:r>
          </a:p>
          <a:p>
            <a:r>
              <a:rPr lang="ko-KR" altLang="en-US" sz="1100" b="0" i="0" u="none" strike="noStrike" baseline="0" dirty="0">
                <a:solidFill>
                  <a:srgbClr val="000000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예시 </a:t>
            </a:r>
          </a:p>
          <a:p>
            <a:r>
              <a:rPr lang="ko-KR" altLang="en-US" sz="1100" b="0" i="0" u="none" strike="noStrike" baseline="0" dirty="0">
                <a:solidFill>
                  <a:srgbClr val="000000"/>
                </a:solidFill>
                <a:latin typeface="Arial" panose="020B0604020202020204" pitchFamily="34" charset="0"/>
                <a:ea typeface="굴림" panose="020B0600000101010101" pitchFamily="50" charset="-127"/>
              </a:rPr>
              <a:t>● 필수 </a:t>
            </a:r>
            <a:r>
              <a:rPr lang="ko-KR" altLang="en-US" sz="1100" b="0" i="0" u="none" strike="noStrike" baseline="0" dirty="0" err="1">
                <a:solidFill>
                  <a:srgbClr val="000000"/>
                </a:solidFill>
                <a:latin typeface="Arial" panose="020B0604020202020204" pitchFamily="34" charset="0"/>
                <a:ea typeface="굴림" panose="020B0600000101010101" pitchFamily="50" charset="-127"/>
              </a:rPr>
              <a:t>입력값</a:t>
            </a:r>
            <a:r>
              <a:rPr lang="ko-KR" altLang="en-US" sz="1100" b="0" i="0" u="none" strike="noStrike" baseline="0" dirty="0">
                <a:solidFill>
                  <a:srgbClr val="000000"/>
                </a:solidFill>
                <a:latin typeface="Arial" panose="020B0604020202020204" pitchFamily="34" charset="0"/>
                <a:ea typeface="굴림" panose="020B0600000101010101" pitchFamily="50" charset="-127"/>
              </a:rPr>
              <a:t> 검증 </a:t>
            </a:r>
          </a:p>
          <a:p>
            <a:r>
              <a:rPr lang="ko-KR" altLang="en-US" sz="1100" b="0" i="0" u="none" strike="noStrike" baseline="0" dirty="0">
                <a:solidFill>
                  <a:srgbClr val="000000"/>
                </a:solidFill>
                <a:latin typeface="Arial" panose="020B0604020202020204" pitchFamily="34" charset="0"/>
                <a:ea typeface="굴림" panose="020B0600000101010101" pitchFamily="50" charset="-127"/>
              </a:rPr>
              <a:t>● 이메일 형식 검증 </a:t>
            </a:r>
          </a:p>
          <a:p>
            <a:r>
              <a:rPr lang="ko-KR" altLang="en-US" sz="1100" b="0" i="0" u="none" strike="noStrike" baseline="0" dirty="0">
                <a:solidFill>
                  <a:srgbClr val="000000"/>
                </a:solidFill>
                <a:latin typeface="Arial" panose="020B0604020202020204" pitchFamily="34" charset="0"/>
                <a:ea typeface="굴림" panose="020B0600000101010101" pitchFamily="50" charset="-127"/>
              </a:rPr>
              <a:t>● 최소 글자 수 검증 </a:t>
            </a:r>
          </a:p>
          <a:p>
            <a:endParaRPr lang="ko-KR" altLang="en-US" sz="1100" b="0" i="0" u="none" strike="noStrike" baseline="0" dirty="0">
              <a:solidFill>
                <a:srgbClr val="000000"/>
              </a:solidFill>
              <a:latin typeface="Arial" panose="020B0604020202020204" pitchFamily="34" charset="0"/>
              <a:ea typeface="굴림" panose="020B0600000101010101" pitchFamily="50" charset="-127"/>
            </a:endParaRPr>
          </a:p>
          <a:p>
            <a:r>
              <a:rPr lang="en-US" altLang="ko-KR" sz="1100" b="0" i="0" u="none" strike="noStrike" baseline="0" dirty="0">
                <a:solidFill>
                  <a:srgbClr val="000000"/>
                </a:solidFill>
                <a:latin typeface="Arial" panose="020B0604020202020204" pitchFamily="34" charset="0"/>
                <a:ea typeface="굴림" panose="020B0600000101010101" pitchFamily="50" charset="-127"/>
              </a:rPr>
              <a:t>9). </a:t>
            </a:r>
            <a:r>
              <a:rPr lang="ko-KR" altLang="en-US" sz="1100" b="0" i="0" u="none" strike="noStrike" baseline="0" dirty="0">
                <a:solidFill>
                  <a:srgbClr val="000000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반응형 웹 구현 </a:t>
            </a:r>
          </a:p>
          <a:p>
            <a:r>
              <a:rPr lang="en-US" altLang="ko-KR" sz="1100" b="0" i="0" u="none" strike="noStrike" baseline="0" dirty="0">
                <a:solidFill>
                  <a:srgbClr val="000000"/>
                </a:solidFill>
                <a:latin typeface="Arial" panose="020B0604020202020204" pitchFamily="34" charset="0"/>
                <a:ea typeface="굴림" panose="020B0600000101010101" pitchFamily="50" charset="-127"/>
              </a:rPr>
              <a:t>PC</a:t>
            </a:r>
            <a:r>
              <a:rPr lang="ko-KR" altLang="en-US" sz="1100" b="0" i="0" u="none" strike="noStrike" baseline="0" dirty="0">
                <a:solidFill>
                  <a:srgbClr val="000000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와 모바일 환경에서 모두 사용할 수 있도록 반응형 </a:t>
            </a:r>
            <a:r>
              <a:rPr lang="en-US" altLang="ko-KR" sz="1100" b="0" i="0" u="none" strike="noStrike" baseline="0" dirty="0">
                <a:solidFill>
                  <a:srgbClr val="000000"/>
                </a:solidFill>
                <a:latin typeface="Arial" panose="020B0604020202020204" pitchFamily="34" charset="0"/>
                <a:ea typeface="굴림" panose="020B0600000101010101" pitchFamily="50" charset="-127"/>
              </a:rPr>
              <a:t>UI</a:t>
            </a:r>
            <a:r>
              <a:rPr lang="ko-KR" altLang="en-US" sz="1100" b="0" i="0" u="none" strike="noStrike" baseline="0" dirty="0">
                <a:solidFill>
                  <a:srgbClr val="000000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를 적용해야 합니다</a:t>
            </a:r>
            <a:r>
              <a:rPr lang="en-US" altLang="ko-KR" sz="1100" b="0" i="0" u="none" strike="noStrike" baseline="0" dirty="0">
                <a:solidFill>
                  <a:srgbClr val="000000"/>
                </a:solidFill>
                <a:latin typeface="Arial" panose="020B0604020202020204" pitchFamily="34" charset="0"/>
                <a:ea typeface="굴림" panose="020B0600000101010101" pitchFamily="50" charset="-127"/>
              </a:rPr>
              <a:t>. </a:t>
            </a:r>
            <a:endParaRPr lang="ko-KR" altLang="en-US" sz="1100" dirty="0"/>
          </a:p>
        </p:txBody>
      </p:sp>
    </p:spTree>
    <p:extLst>
      <p:ext uri="{BB962C8B-B14F-4D97-AF65-F5344CB8AC3E}">
        <p14:creationId xmlns:p14="http://schemas.microsoft.com/office/powerpoint/2010/main" val="51739844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74F77F-530D-D622-F733-2471773540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5E414A5-ADD8-A4DD-29BD-623899F9D1C5}"/>
              </a:ext>
            </a:extLst>
          </p:cNvPr>
          <p:cNvSpPr txBox="1"/>
          <p:nvPr/>
        </p:nvSpPr>
        <p:spPr>
          <a:xfrm>
            <a:off x="552450" y="551289"/>
            <a:ext cx="6096000" cy="57554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b="1" i="0" u="none" strike="noStrike" baseline="0" dirty="0">
                <a:solidFill>
                  <a:srgbClr val="000000"/>
                </a:solidFill>
                <a:latin typeface="Arial" panose="020B0604020202020204" pitchFamily="34" charset="0"/>
              </a:rPr>
              <a:t>5. </a:t>
            </a:r>
            <a:r>
              <a:rPr lang="ko-KR" altLang="en-US" b="0" i="0" u="none" strike="noStrike" baseline="0" dirty="0">
                <a:solidFill>
                  <a:srgbClr val="000000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선택 구현 기능 </a:t>
            </a:r>
            <a:r>
              <a:rPr lang="en-US" altLang="ko-KR" b="1" i="0" u="none" strike="noStrike" baseline="0" dirty="0">
                <a:solidFill>
                  <a:srgbClr val="000000"/>
                </a:solidFill>
                <a:latin typeface="Arial" panose="020B0604020202020204" pitchFamily="34" charset="0"/>
                <a:ea typeface="굴림" panose="020B0600000101010101" pitchFamily="50" charset="-127"/>
              </a:rPr>
              <a:t>(</a:t>
            </a:r>
            <a:r>
              <a:rPr lang="ko-KR" altLang="en-US" b="0" i="0" u="none" strike="noStrike" baseline="0" dirty="0">
                <a:solidFill>
                  <a:srgbClr val="000000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가산점</a:t>
            </a:r>
            <a:r>
              <a:rPr lang="en-US" altLang="ko-KR" b="1" i="0" u="none" strike="noStrike" baseline="0" dirty="0">
                <a:solidFill>
                  <a:srgbClr val="000000"/>
                </a:solidFill>
                <a:latin typeface="Arial" panose="020B0604020202020204" pitchFamily="34" charset="0"/>
                <a:ea typeface="굴림" panose="020B0600000101010101" pitchFamily="50" charset="-127"/>
              </a:rPr>
              <a:t>) </a:t>
            </a:r>
            <a:endParaRPr lang="ko-KR" altLang="en-US" b="0" i="0" u="none" strike="noStrike" baseline="0" dirty="0">
              <a:solidFill>
                <a:srgbClr val="000000"/>
              </a:solidFill>
              <a:latin typeface="Arial" panose="020B0604020202020204" pitchFamily="34" charset="0"/>
              <a:ea typeface="굴림" panose="020B0600000101010101" pitchFamily="50" charset="-127"/>
            </a:endParaRPr>
          </a:p>
          <a:p>
            <a:r>
              <a:rPr lang="ko-KR" altLang="en-US" sz="1400" b="0" i="0" u="none" strike="noStrike" baseline="0" dirty="0">
                <a:solidFill>
                  <a:srgbClr val="000000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다음 기능은 선택 사항이며 구현 시 가산점을 부여합니다</a:t>
            </a:r>
            <a:r>
              <a:rPr lang="en-US" altLang="ko-KR" sz="1400" b="0" i="0" u="none" strike="noStrike" baseline="0" dirty="0">
                <a:solidFill>
                  <a:srgbClr val="000000"/>
                </a:solidFill>
                <a:latin typeface="Arial" panose="020B0604020202020204" pitchFamily="34" charset="0"/>
                <a:ea typeface="굴림" panose="020B0600000101010101" pitchFamily="50" charset="-127"/>
              </a:rPr>
              <a:t>. </a:t>
            </a:r>
          </a:p>
          <a:p>
            <a:r>
              <a:rPr lang="ko-KR" altLang="en-US" sz="1400" b="0" i="0" u="none" strike="noStrike" baseline="0" dirty="0">
                <a:solidFill>
                  <a:srgbClr val="000000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사용자 편의 기능 </a:t>
            </a:r>
          </a:p>
          <a:p>
            <a:r>
              <a:rPr lang="ko-KR" altLang="en-US" sz="1400" b="0" i="0" u="none" strike="noStrike" baseline="0" dirty="0">
                <a:solidFill>
                  <a:srgbClr val="000000"/>
                </a:solidFill>
                <a:latin typeface="Arial" panose="020B0604020202020204" pitchFamily="34" charset="0"/>
                <a:ea typeface="굴림" panose="020B0600000101010101" pitchFamily="50" charset="-127"/>
              </a:rPr>
              <a:t>● </a:t>
            </a:r>
            <a:r>
              <a:rPr lang="ko-KR" altLang="en-US" sz="1400" b="0" i="0" u="none" strike="noStrike" baseline="0" dirty="0" err="1">
                <a:solidFill>
                  <a:srgbClr val="000000"/>
                </a:solidFill>
                <a:latin typeface="Arial" panose="020B0604020202020204" pitchFamily="34" charset="0"/>
                <a:ea typeface="굴림" panose="020B0600000101010101" pitchFamily="50" charset="-127"/>
              </a:rPr>
              <a:t>다크</a:t>
            </a:r>
            <a:r>
              <a:rPr lang="ko-KR" altLang="en-US" sz="1400" b="0" i="0" u="none" strike="noStrike" baseline="0" dirty="0">
                <a:solidFill>
                  <a:srgbClr val="000000"/>
                </a:solidFill>
                <a:latin typeface="Arial" panose="020B0604020202020204" pitchFamily="34" charset="0"/>
                <a:ea typeface="굴림" panose="020B0600000101010101" pitchFamily="50" charset="-127"/>
              </a:rPr>
              <a:t> 모드 </a:t>
            </a:r>
          </a:p>
          <a:p>
            <a:r>
              <a:rPr lang="ko-KR" altLang="en-US" sz="1400" b="0" i="0" u="none" strike="noStrike" baseline="0" dirty="0">
                <a:solidFill>
                  <a:srgbClr val="000000"/>
                </a:solidFill>
                <a:latin typeface="Arial" panose="020B0604020202020204" pitchFamily="34" charset="0"/>
                <a:ea typeface="굴림" panose="020B0600000101010101" pitchFamily="50" charset="-127"/>
              </a:rPr>
              <a:t>● 알림 기능 </a:t>
            </a:r>
          </a:p>
          <a:p>
            <a:endParaRPr lang="ko-KR" altLang="en-US" sz="1400" b="0" i="0" u="none" strike="noStrike" baseline="0" dirty="0">
              <a:solidFill>
                <a:srgbClr val="000000"/>
              </a:solidFill>
              <a:latin typeface="Arial" panose="020B0604020202020204" pitchFamily="34" charset="0"/>
              <a:ea typeface="굴림" panose="020B0600000101010101" pitchFamily="50" charset="-127"/>
            </a:endParaRPr>
          </a:p>
          <a:p>
            <a:r>
              <a:rPr lang="ko-KR" altLang="en-US" sz="1400" b="0" i="0" u="none" strike="noStrike" baseline="0" dirty="0">
                <a:solidFill>
                  <a:srgbClr val="000000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커뮤니티 기능 </a:t>
            </a:r>
          </a:p>
          <a:p>
            <a:r>
              <a:rPr lang="ko-KR" altLang="en-US" sz="1400" b="0" i="0" u="none" strike="noStrike" baseline="0" dirty="0">
                <a:solidFill>
                  <a:srgbClr val="000000"/>
                </a:solidFill>
                <a:latin typeface="Arial" panose="020B0604020202020204" pitchFamily="34" charset="0"/>
                <a:ea typeface="굴림" panose="020B0600000101010101" pitchFamily="50" charset="-127"/>
              </a:rPr>
              <a:t>● 댓글 </a:t>
            </a:r>
          </a:p>
          <a:p>
            <a:r>
              <a:rPr lang="ko-KR" altLang="en-US" sz="1400" b="0" i="0" u="none" strike="noStrike" baseline="0" dirty="0">
                <a:solidFill>
                  <a:srgbClr val="000000"/>
                </a:solidFill>
                <a:latin typeface="Arial" panose="020B0604020202020204" pitchFamily="34" charset="0"/>
                <a:ea typeface="굴림" panose="020B0600000101010101" pitchFamily="50" charset="-127"/>
              </a:rPr>
              <a:t>● </a:t>
            </a:r>
            <a:r>
              <a:rPr lang="ko-KR" altLang="en-US" sz="1400" b="0" i="0" u="none" strike="noStrike" baseline="0" dirty="0" err="1">
                <a:solidFill>
                  <a:srgbClr val="000000"/>
                </a:solidFill>
                <a:latin typeface="Arial" panose="020B0604020202020204" pitchFamily="34" charset="0"/>
                <a:ea typeface="굴림" panose="020B0600000101010101" pitchFamily="50" charset="-127"/>
              </a:rPr>
              <a:t>대댓글</a:t>
            </a:r>
            <a:r>
              <a:rPr lang="ko-KR" altLang="en-US" sz="1400" b="0" i="0" u="none" strike="noStrike" baseline="0" dirty="0">
                <a:solidFill>
                  <a:srgbClr val="000000"/>
                </a:solidFill>
                <a:latin typeface="Arial" panose="020B0604020202020204" pitchFamily="34" charset="0"/>
                <a:ea typeface="굴림" panose="020B0600000101010101" pitchFamily="50" charset="-127"/>
              </a:rPr>
              <a:t> </a:t>
            </a:r>
          </a:p>
          <a:p>
            <a:endParaRPr lang="ko-KR" altLang="en-US" sz="1400" b="0" i="0" u="none" strike="noStrike" baseline="0" dirty="0">
              <a:solidFill>
                <a:srgbClr val="000000"/>
              </a:solidFill>
              <a:latin typeface="Arial" panose="020B0604020202020204" pitchFamily="34" charset="0"/>
              <a:ea typeface="굴림" panose="020B0600000101010101" pitchFamily="50" charset="-127"/>
            </a:endParaRPr>
          </a:p>
          <a:p>
            <a:endParaRPr lang="ko-KR" altLang="en-US" sz="1400" b="0" i="0" u="none" strike="noStrike" baseline="0" dirty="0">
              <a:solidFill>
                <a:srgbClr val="000000"/>
              </a:solidFill>
              <a:latin typeface="Arial" panose="020B0604020202020204" pitchFamily="34" charset="0"/>
              <a:ea typeface="굴림" panose="020B0600000101010101" pitchFamily="50" charset="-127"/>
            </a:endParaRPr>
          </a:p>
          <a:p>
            <a:r>
              <a:rPr lang="ko-KR" altLang="en-US" sz="1400" b="0" i="0" u="none" strike="noStrike" baseline="0" dirty="0">
                <a:solidFill>
                  <a:srgbClr val="000000"/>
                </a:solidFill>
                <a:latin typeface="Arial" panose="020B0604020202020204" pitchFamily="34" charset="0"/>
                <a:ea typeface="굴림" panose="020B0600000101010101" pitchFamily="50" charset="-127"/>
              </a:rPr>
              <a:t>● 좋아요 </a:t>
            </a:r>
          </a:p>
          <a:p>
            <a:r>
              <a:rPr lang="ko-KR" altLang="en-US" sz="1400" b="0" i="0" u="none" strike="noStrike" baseline="0" dirty="0">
                <a:solidFill>
                  <a:srgbClr val="000000"/>
                </a:solidFill>
                <a:latin typeface="Arial" panose="020B0604020202020204" pitchFamily="34" charset="0"/>
                <a:ea typeface="굴림" panose="020B0600000101010101" pitchFamily="50" charset="-127"/>
              </a:rPr>
              <a:t>● 북마크 </a:t>
            </a:r>
          </a:p>
          <a:p>
            <a:endParaRPr lang="ko-KR" altLang="en-US" sz="1400" b="0" i="0" u="none" strike="noStrike" baseline="0" dirty="0">
              <a:solidFill>
                <a:srgbClr val="000000"/>
              </a:solidFill>
              <a:latin typeface="Arial" panose="020B0604020202020204" pitchFamily="34" charset="0"/>
              <a:ea typeface="굴림" panose="020B0600000101010101" pitchFamily="50" charset="-127"/>
            </a:endParaRPr>
          </a:p>
          <a:p>
            <a:r>
              <a:rPr lang="ko-KR" altLang="en-US" sz="1400" b="0" i="0" u="none" strike="noStrike" baseline="0" dirty="0">
                <a:solidFill>
                  <a:srgbClr val="000000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인증 기능 </a:t>
            </a:r>
          </a:p>
          <a:p>
            <a:r>
              <a:rPr lang="ko-KR" altLang="en-US" sz="1400" b="0" i="0" u="none" strike="noStrike" baseline="0" dirty="0">
                <a:solidFill>
                  <a:srgbClr val="000000"/>
                </a:solidFill>
                <a:latin typeface="Arial" panose="020B0604020202020204" pitchFamily="34" charset="0"/>
                <a:ea typeface="굴림" panose="020B0600000101010101" pitchFamily="50" charset="-127"/>
              </a:rPr>
              <a:t>● 소셜 로그인 </a:t>
            </a:r>
          </a:p>
          <a:p>
            <a:r>
              <a:rPr lang="ko-KR" altLang="en-US" sz="1400" b="0" i="0" u="none" strike="noStrike" baseline="0" dirty="0">
                <a:solidFill>
                  <a:srgbClr val="000000"/>
                </a:solidFill>
                <a:latin typeface="Arial" panose="020B0604020202020204" pitchFamily="34" charset="0"/>
                <a:ea typeface="굴림" panose="020B0600000101010101" pitchFamily="50" charset="-127"/>
              </a:rPr>
              <a:t>● 비밀번호 찾기 </a:t>
            </a:r>
          </a:p>
          <a:p>
            <a:endParaRPr lang="ko-KR" altLang="en-US" sz="1400" b="0" i="0" u="none" strike="noStrike" baseline="0" dirty="0">
              <a:solidFill>
                <a:srgbClr val="000000"/>
              </a:solidFill>
              <a:latin typeface="Arial" panose="020B0604020202020204" pitchFamily="34" charset="0"/>
              <a:ea typeface="굴림" panose="020B0600000101010101" pitchFamily="50" charset="-127"/>
            </a:endParaRPr>
          </a:p>
          <a:p>
            <a:r>
              <a:rPr lang="ko-KR" altLang="en-US" sz="1400" b="0" i="0" u="none" strike="noStrike" baseline="0" dirty="0">
                <a:solidFill>
                  <a:srgbClr val="000000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관리자 기능 </a:t>
            </a:r>
          </a:p>
          <a:p>
            <a:r>
              <a:rPr lang="ko-KR" altLang="en-US" sz="1400" b="0" i="0" u="none" strike="noStrike" baseline="0" dirty="0">
                <a:solidFill>
                  <a:srgbClr val="000000"/>
                </a:solidFill>
                <a:latin typeface="Arial" panose="020B0604020202020204" pitchFamily="34" charset="0"/>
                <a:ea typeface="굴림" panose="020B0600000101010101" pitchFamily="50" charset="-127"/>
              </a:rPr>
              <a:t>● 회원 관리 </a:t>
            </a:r>
          </a:p>
          <a:p>
            <a:r>
              <a:rPr lang="ko-KR" altLang="en-US" sz="1400" b="0" i="0" u="none" strike="noStrike" baseline="0" dirty="0">
                <a:solidFill>
                  <a:srgbClr val="000000"/>
                </a:solidFill>
                <a:latin typeface="Arial" panose="020B0604020202020204" pitchFamily="34" charset="0"/>
                <a:ea typeface="굴림" panose="020B0600000101010101" pitchFamily="50" charset="-127"/>
              </a:rPr>
              <a:t>● 게시글 관리 </a:t>
            </a:r>
          </a:p>
          <a:p>
            <a:r>
              <a:rPr lang="ko-KR" altLang="en-US" sz="1400" b="0" i="0" u="none" strike="noStrike" baseline="0" dirty="0">
                <a:solidFill>
                  <a:srgbClr val="000000"/>
                </a:solidFill>
                <a:latin typeface="Arial" panose="020B0604020202020204" pitchFamily="34" charset="0"/>
                <a:ea typeface="굴림" panose="020B0600000101010101" pitchFamily="50" charset="-127"/>
              </a:rPr>
              <a:t>● 신고 기능 </a:t>
            </a:r>
          </a:p>
          <a:p>
            <a:endParaRPr lang="ko-KR" altLang="en-US" sz="1400" b="0" i="0" u="none" strike="noStrike" baseline="0" dirty="0">
              <a:solidFill>
                <a:srgbClr val="000000"/>
              </a:solidFill>
              <a:latin typeface="Arial" panose="020B0604020202020204" pitchFamily="34" charset="0"/>
              <a:ea typeface="굴림" panose="020B0600000101010101" pitchFamily="50" charset="-127"/>
            </a:endParaRPr>
          </a:p>
          <a:p>
            <a:r>
              <a:rPr lang="ko-KR" altLang="en-US" sz="1400" b="0" i="0" u="none" strike="noStrike" baseline="0" dirty="0">
                <a:solidFill>
                  <a:srgbClr val="000000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기타 </a:t>
            </a:r>
          </a:p>
          <a:p>
            <a:r>
              <a:rPr lang="ko-KR" altLang="en-US" sz="1400" b="0" i="0" u="none" strike="noStrike" baseline="0" dirty="0">
                <a:solidFill>
                  <a:srgbClr val="000000"/>
                </a:solidFill>
                <a:latin typeface="Arial" panose="020B0604020202020204" pitchFamily="34" charset="0"/>
                <a:ea typeface="굴림" panose="020B0600000101010101" pitchFamily="50" charset="-127"/>
              </a:rPr>
              <a:t>● 실시간 채팅 </a:t>
            </a:r>
          </a:p>
          <a:p>
            <a:r>
              <a:rPr lang="en-US" altLang="ko-KR" sz="1400" b="0" i="0" u="none" strike="noStrike" baseline="0" dirty="0">
                <a:solidFill>
                  <a:srgbClr val="000000"/>
                </a:solidFill>
                <a:latin typeface="Arial" panose="020B0604020202020204" pitchFamily="34" charset="0"/>
                <a:ea typeface="굴림" panose="020B0600000101010101" pitchFamily="50" charset="-127"/>
              </a:rPr>
              <a:t>● WebSocket </a:t>
            </a:r>
            <a:r>
              <a:rPr lang="ko-KR" altLang="en-US" sz="1400" b="0" i="0" u="none" strike="noStrike" baseline="0" dirty="0">
                <a:solidFill>
                  <a:srgbClr val="000000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활용 </a:t>
            </a:r>
          </a:p>
        </p:txBody>
      </p:sp>
    </p:spTree>
    <p:extLst>
      <p:ext uri="{BB962C8B-B14F-4D97-AF65-F5344CB8AC3E}">
        <p14:creationId xmlns:p14="http://schemas.microsoft.com/office/powerpoint/2010/main" val="331629068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6354F0-F50D-C9F5-FE2D-387036744D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77CA57B2-8352-2F9A-508C-444EF8C0FB0E}"/>
              </a:ext>
            </a:extLst>
          </p:cNvPr>
          <p:cNvSpPr/>
          <p:nvPr/>
        </p:nvSpPr>
        <p:spPr>
          <a:xfrm>
            <a:off x="4345709" y="477982"/>
            <a:ext cx="3500582" cy="5902036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E121C7A-DE73-B91E-0C01-D2E3982A9DD7}"/>
              </a:ext>
            </a:extLst>
          </p:cNvPr>
          <p:cNvSpPr txBox="1"/>
          <p:nvPr/>
        </p:nvSpPr>
        <p:spPr>
          <a:xfrm>
            <a:off x="157018" y="127123"/>
            <a:ext cx="14216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한컴 말랑말랑 Bold" panose="020F0803000000000000" pitchFamily="50" charset="-127"/>
                <a:ea typeface="한컴 말랑말랑 Bold" panose="020F0803000000000000" pitchFamily="50" charset="-127"/>
                <a:cs typeface="+mn-cs"/>
              </a:rPr>
              <a:t>#0</a:t>
            </a: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한컴 말랑말랑 Bold" panose="020F0803000000000000" pitchFamily="50" charset="-127"/>
                <a:ea typeface="한컴 말랑말랑 Bold" panose="020F0803000000000000" pitchFamily="50" charset="-127"/>
                <a:cs typeface="+mn-cs"/>
              </a:rPr>
              <a:t>.</a:t>
            </a:r>
            <a:r>
              <a:rPr kumimoji="0" lang="ko-KR" altLang="en-US" sz="18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한컴 말랑말랑 Bold" panose="020F0803000000000000" pitchFamily="50" charset="-127"/>
                <a:ea typeface="한컴 말랑말랑 Bold" panose="020F0803000000000000" pitchFamily="50" charset="-127"/>
                <a:cs typeface="+mn-cs"/>
              </a:rPr>
              <a:t> </a:t>
            </a:r>
            <a:r>
              <a:rPr lang="ko-KR" altLang="en-US" dirty="0">
                <a:latin typeface="한컴 말랑말랑 Bold" panose="020F0803000000000000" pitchFamily="50" charset="-127"/>
                <a:ea typeface="한컴 말랑말랑 Bold" panose="020F0803000000000000" pitchFamily="50" charset="-127"/>
              </a:rPr>
              <a:t>로그인 </a:t>
            </a:r>
            <a:r>
              <a:rPr lang="en-US" altLang="ko-KR" dirty="0">
                <a:solidFill>
                  <a:prstClr val="black"/>
                </a:solidFill>
                <a:latin typeface="한컴 말랑말랑 Bold" panose="020F0803000000000000" pitchFamily="50" charset="-127"/>
                <a:ea typeface="한컴 말랑말랑 Bold" panose="020F0803000000000000" pitchFamily="50" charset="-127"/>
              </a:rPr>
              <a:t>a</a:t>
            </a: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한컴 말랑말랑 Bold" panose="020F0803000000000000" pitchFamily="50" charset="-127"/>
              <a:ea typeface="한컴 말랑말랑 Bold" panose="020F0803000000000000" pitchFamily="50" charset="-127"/>
              <a:cs typeface="+mn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43C1B6F-F59B-68C1-232F-AE51940D485A}"/>
              </a:ext>
            </a:extLst>
          </p:cNvPr>
          <p:cNvSpPr txBox="1"/>
          <p:nvPr/>
        </p:nvSpPr>
        <p:spPr>
          <a:xfrm>
            <a:off x="5061528" y="1446138"/>
            <a:ext cx="206894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400" dirty="0">
                <a:latin typeface="한컴 말랑말랑 Bold" panose="020F0803000000000000" pitchFamily="50" charset="-127"/>
                <a:ea typeface="한컴 말랑말랑 Bold" panose="020F0803000000000000" pitchFamily="50" charset="-127"/>
              </a:rPr>
              <a:t>앱</a:t>
            </a:r>
            <a:r>
              <a:rPr lang="en-US" altLang="ko-KR" sz="2400" dirty="0">
                <a:latin typeface="한컴 말랑말랑 Bold" panose="020F0803000000000000" pitchFamily="50" charset="-127"/>
                <a:ea typeface="한컴 말랑말랑 Bold" panose="020F0803000000000000" pitchFamily="50" charset="-127"/>
              </a:rPr>
              <a:t>/</a:t>
            </a:r>
            <a:r>
              <a:rPr lang="ko-KR" altLang="en-US" sz="2400" dirty="0">
                <a:latin typeface="한컴 말랑말랑 Bold" panose="020F0803000000000000" pitchFamily="50" charset="-127"/>
                <a:ea typeface="한컴 말랑말랑 Bold" panose="020F0803000000000000" pitchFamily="50" charset="-127"/>
              </a:rPr>
              <a:t>서비스 이름 </a:t>
            </a:r>
            <a:r>
              <a:rPr lang="en-US" altLang="ko-KR" sz="2400" dirty="0">
                <a:latin typeface="한컴 말랑말랑 Bold" panose="020F0803000000000000" pitchFamily="50" charset="-127"/>
                <a:ea typeface="한컴 말랑말랑 Bold" panose="020F0803000000000000" pitchFamily="50" charset="-127"/>
              </a:rPr>
              <a:t>+ </a:t>
            </a:r>
            <a:r>
              <a:rPr lang="ko-KR" altLang="en-US" sz="2400" dirty="0">
                <a:latin typeface="한컴 말랑말랑 Bold" panose="020F0803000000000000" pitchFamily="50" charset="-127"/>
                <a:ea typeface="한컴 말랑말랑 Bold" panose="020F0803000000000000" pitchFamily="50" charset="-127"/>
              </a:rPr>
              <a:t>로고 이미지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CB594E7-E36C-B25A-A1DE-DEAB4B25FDF1}"/>
              </a:ext>
            </a:extLst>
          </p:cNvPr>
          <p:cNvSpPr txBox="1"/>
          <p:nvPr/>
        </p:nvSpPr>
        <p:spPr>
          <a:xfrm>
            <a:off x="5061528" y="1107584"/>
            <a:ext cx="206894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600" dirty="0"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슬로건 카피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39E03DE-6414-0423-FE2D-5F1FE8C0B276}"/>
              </a:ext>
            </a:extLst>
          </p:cNvPr>
          <p:cNvSpPr txBox="1"/>
          <p:nvPr/>
        </p:nvSpPr>
        <p:spPr>
          <a:xfrm>
            <a:off x="8836884" y="5249576"/>
            <a:ext cx="157447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600" dirty="0"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회원가입 터치 시</a:t>
            </a:r>
            <a:endParaRPr lang="en-US" altLang="ko-KR" sz="1600" dirty="0">
              <a:latin typeface="한컴 말랑말랑 Regular" panose="020F0303000000000000" pitchFamily="50" charset="-127"/>
              <a:ea typeface="한컴 말랑말랑 Regular" panose="020F0303000000000000" pitchFamily="50" charset="-127"/>
            </a:endParaRPr>
          </a:p>
          <a:p>
            <a:r>
              <a:rPr lang="ko-KR" altLang="en-US" sz="1600" dirty="0"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회원가입 창 이동</a:t>
            </a:r>
            <a:endParaRPr lang="en-US" altLang="ko-KR" sz="1600" dirty="0">
              <a:latin typeface="한컴 말랑말랑 Regular" panose="020F0303000000000000" pitchFamily="50" charset="-127"/>
              <a:ea typeface="한컴 말랑말랑 Regular" panose="020F0303000000000000" pitchFamily="50" charset="-127"/>
            </a:endParaRPr>
          </a:p>
        </p:txBody>
      </p:sp>
      <p:cxnSp>
        <p:nvCxnSpPr>
          <p:cNvPr id="10" name="직선 연결선 9">
            <a:extLst>
              <a:ext uri="{FF2B5EF4-FFF2-40B4-BE49-F238E27FC236}">
                <a16:creationId xmlns:a16="http://schemas.microsoft.com/office/drawing/2014/main" id="{FADC34C7-D2CB-908C-97C3-4985BF82C796}"/>
              </a:ext>
            </a:extLst>
          </p:cNvPr>
          <p:cNvCxnSpPr>
            <a:cxnSpLocks/>
          </p:cNvCxnSpPr>
          <p:nvPr/>
        </p:nvCxnSpPr>
        <p:spPr>
          <a:xfrm>
            <a:off x="7451437" y="5541964"/>
            <a:ext cx="1249218" cy="0"/>
          </a:xfrm>
          <a:prstGeom prst="line">
            <a:avLst/>
          </a:prstGeom>
          <a:ln w="15875">
            <a:solidFill>
              <a:srgbClr val="FF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C93426C5-E65B-DA21-00FF-0FD68856E971}"/>
              </a:ext>
            </a:extLst>
          </p:cNvPr>
          <p:cNvSpPr txBox="1"/>
          <p:nvPr/>
        </p:nvSpPr>
        <p:spPr>
          <a:xfrm>
            <a:off x="2538965" y="3027593"/>
            <a:ext cx="45762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dirty="0"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ref</a:t>
            </a:r>
          </a:p>
        </p:txBody>
      </p:sp>
      <p:pic>
        <p:nvPicPr>
          <p:cNvPr id="13" name="그림 12">
            <a:extLst>
              <a:ext uri="{FF2B5EF4-FFF2-40B4-BE49-F238E27FC236}">
                <a16:creationId xmlns:a16="http://schemas.microsoft.com/office/drawing/2014/main" id="{1CF5475C-D446-1EA2-D701-9B6A0096AB1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835893" y="3549558"/>
            <a:ext cx="1310904" cy="2844225"/>
          </a:xfrm>
          <a:prstGeom prst="rect">
            <a:avLst/>
          </a:prstGeom>
          <a:ln>
            <a:solidFill>
              <a:schemeClr val="bg1">
                <a:lumMod val="65000"/>
              </a:schemeClr>
            </a:solidFill>
          </a:ln>
        </p:spPr>
      </p:pic>
      <p:pic>
        <p:nvPicPr>
          <p:cNvPr id="19" name="그림 18">
            <a:extLst>
              <a:ext uri="{FF2B5EF4-FFF2-40B4-BE49-F238E27FC236}">
                <a16:creationId xmlns:a16="http://schemas.microsoft.com/office/drawing/2014/main" id="{B3BAFF98-A8EB-771F-EBBB-B35C1AD2A38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388760" y="3554886"/>
            <a:ext cx="1310904" cy="2833569"/>
          </a:xfrm>
          <a:prstGeom prst="rect">
            <a:avLst/>
          </a:prstGeom>
          <a:ln>
            <a:solidFill>
              <a:schemeClr val="bg1">
                <a:lumMod val="65000"/>
              </a:schemeClr>
            </a:solidFill>
          </a:ln>
        </p:spPr>
      </p:pic>
      <p:sp>
        <p:nvSpPr>
          <p:cNvPr id="21" name="직사각형 20">
            <a:extLst>
              <a:ext uri="{FF2B5EF4-FFF2-40B4-BE49-F238E27FC236}">
                <a16:creationId xmlns:a16="http://schemas.microsoft.com/office/drawing/2014/main" id="{CFD571F1-C80F-2B12-5BD4-21F6AD428BD2}"/>
              </a:ext>
            </a:extLst>
          </p:cNvPr>
          <p:cNvSpPr/>
          <p:nvPr/>
        </p:nvSpPr>
        <p:spPr>
          <a:xfrm>
            <a:off x="5372100" y="5249576"/>
            <a:ext cx="1447800" cy="52543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28575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400" dirty="0">
                <a:solidFill>
                  <a:schemeClr val="tx1"/>
                </a:solidFill>
                <a:latin typeface="한컴 말랑말랑 Bold" panose="020F0803000000000000" pitchFamily="50" charset="-127"/>
                <a:ea typeface="한컴 말랑말랑 Bold" panose="020F0803000000000000" pitchFamily="50" charset="-127"/>
              </a:rPr>
              <a:t>회원가입</a:t>
            </a:r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65235930-9741-3BD1-577A-30AE971832CA}"/>
              </a:ext>
            </a:extLst>
          </p:cNvPr>
          <p:cNvSpPr/>
          <p:nvPr/>
        </p:nvSpPr>
        <p:spPr>
          <a:xfrm>
            <a:off x="5219702" y="2937391"/>
            <a:ext cx="1752598" cy="38895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28575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dirty="0">
                <a:solidFill>
                  <a:schemeClr val="tx1"/>
                </a:solidFill>
                <a:latin typeface="한컴 말랑말랑 Bold" panose="020F0803000000000000" pitchFamily="50" charset="-127"/>
                <a:ea typeface="한컴 말랑말랑 Bold" panose="020F0803000000000000" pitchFamily="50" charset="-127"/>
              </a:rPr>
              <a:t>Id/nickname</a:t>
            </a:r>
            <a:endParaRPr lang="ko-KR" altLang="en-US" sz="1600" dirty="0">
              <a:solidFill>
                <a:schemeClr val="tx1"/>
              </a:solidFill>
              <a:latin typeface="한컴 말랑말랑 Bold" panose="020F0803000000000000" pitchFamily="50" charset="-127"/>
              <a:ea typeface="한컴 말랑말랑 Bold" panose="020F0803000000000000" pitchFamily="50" charset="-127"/>
            </a:endParaRPr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09FD617C-2387-5BF9-EF4D-BA9E4AB32F57}"/>
              </a:ext>
            </a:extLst>
          </p:cNvPr>
          <p:cNvSpPr/>
          <p:nvPr/>
        </p:nvSpPr>
        <p:spPr>
          <a:xfrm>
            <a:off x="5219702" y="3484916"/>
            <a:ext cx="1752598" cy="38895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28575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dirty="0">
                <a:solidFill>
                  <a:schemeClr val="tx1"/>
                </a:solidFill>
                <a:latin typeface="한컴 말랑말랑 Bold" panose="020F0803000000000000" pitchFamily="50" charset="-127"/>
                <a:ea typeface="한컴 말랑말랑 Bold" panose="020F0803000000000000" pitchFamily="50" charset="-127"/>
              </a:rPr>
              <a:t>pw</a:t>
            </a:r>
            <a:endParaRPr lang="ko-KR" altLang="en-US" sz="1600" dirty="0">
              <a:solidFill>
                <a:schemeClr val="tx1"/>
              </a:solidFill>
              <a:latin typeface="한컴 말랑말랑 Bold" panose="020F0803000000000000" pitchFamily="50" charset="-127"/>
              <a:ea typeface="한컴 말랑말랑 Bold" panose="020F0803000000000000" pitchFamily="50" charset="-127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D0327B50-51D6-6768-2789-E12782475176}"/>
              </a:ext>
            </a:extLst>
          </p:cNvPr>
          <p:cNvSpPr txBox="1"/>
          <p:nvPr/>
        </p:nvSpPr>
        <p:spPr>
          <a:xfrm>
            <a:off x="8836884" y="3549558"/>
            <a:ext cx="2963568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600" dirty="0"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로그인 시 서버에 있는 정보면</a:t>
            </a:r>
            <a:endParaRPr lang="en-US" altLang="ko-KR" sz="1600" dirty="0">
              <a:latin typeface="한컴 말랑말랑 Regular" panose="020F0303000000000000" pitchFamily="50" charset="-127"/>
              <a:ea typeface="한컴 말랑말랑 Regular" panose="020F0303000000000000" pitchFamily="50" charset="-127"/>
            </a:endParaRPr>
          </a:p>
          <a:p>
            <a:r>
              <a:rPr lang="en-US" altLang="ko-KR" sz="1600" dirty="0"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#1 </a:t>
            </a:r>
            <a:r>
              <a:rPr lang="ko-KR" altLang="en-US" sz="1600" dirty="0"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화면으로 이동 </a:t>
            </a:r>
            <a:endParaRPr lang="en-US" altLang="ko-KR" sz="1600" dirty="0">
              <a:latin typeface="한컴 말랑말랑 Regular" panose="020F0303000000000000" pitchFamily="50" charset="-127"/>
              <a:ea typeface="한컴 말랑말랑 Regular" panose="020F0303000000000000" pitchFamily="50" charset="-127"/>
            </a:endParaRPr>
          </a:p>
          <a:p>
            <a:r>
              <a:rPr lang="en-US" altLang="ko-KR" sz="1600" dirty="0"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/ </a:t>
            </a:r>
            <a:r>
              <a:rPr lang="ko-KR" altLang="en-US" sz="1600" dirty="0"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아닐 시</a:t>
            </a:r>
            <a:r>
              <a:rPr lang="en-US" altLang="ko-KR" sz="1600" dirty="0"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 </a:t>
            </a:r>
            <a:r>
              <a:rPr lang="ko-KR" altLang="en-US" sz="1600" dirty="0"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회원 정보가 없다 </a:t>
            </a:r>
            <a:r>
              <a:rPr lang="en-US" altLang="ko-KR" sz="1600" dirty="0"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Alert </a:t>
            </a:r>
          </a:p>
        </p:txBody>
      </p:sp>
      <p:cxnSp>
        <p:nvCxnSpPr>
          <p:cNvPr id="27" name="직선 연결선 26">
            <a:extLst>
              <a:ext uri="{FF2B5EF4-FFF2-40B4-BE49-F238E27FC236}">
                <a16:creationId xmlns:a16="http://schemas.microsoft.com/office/drawing/2014/main" id="{71A824B9-E08E-6BED-15FA-063B7E09AD52}"/>
              </a:ext>
            </a:extLst>
          </p:cNvPr>
          <p:cNvCxnSpPr>
            <a:cxnSpLocks/>
          </p:cNvCxnSpPr>
          <p:nvPr/>
        </p:nvCxnSpPr>
        <p:spPr>
          <a:xfrm>
            <a:off x="6819900" y="4225906"/>
            <a:ext cx="1880755" cy="0"/>
          </a:xfrm>
          <a:prstGeom prst="line">
            <a:avLst/>
          </a:prstGeom>
          <a:ln w="15875">
            <a:solidFill>
              <a:srgbClr val="FF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TextBox 28">
            <a:extLst>
              <a:ext uri="{FF2B5EF4-FFF2-40B4-BE49-F238E27FC236}">
                <a16:creationId xmlns:a16="http://schemas.microsoft.com/office/drawing/2014/main" id="{5E294D71-ACB2-904F-678A-A9FF20C289C4}"/>
              </a:ext>
            </a:extLst>
          </p:cNvPr>
          <p:cNvSpPr txBox="1"/>
          <p:nvPr/>
        </p:nvSpPr>
        <p:spPr>
          <a:xfrm>
            <a:off x="160234" y="581409"/>
            <a:ext cx="2911771" cy="11079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100" b="0" i="0" u="none" strike="noStrike" baseline="0" dirty="0">
                <a:solidFill>
                  <a:srgbClr val="000000"/>
                </a:solidFill>
                <a:latin typeface="Arial" panose="020B0604020202020204" pitchFamily="34" charset="0"/>
                <a:ea typeface="굴림" panose="020B0600000101010101" pitchFamily="50" charset="-127"/>
              </a:rPr>
              <a:t>1) </a:t>
            </a:r>
            <a:r>
              <a:rPr lang="ko-KR" altLang="en-US" sz="1100" b="0" i="0" u="none" strike="noStrike" baseline="0" dirty="0">
                <a:solidFill>
                  <a:srgbClr val="000000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사용자 인증 기능 </a:t>
            </a:r>
          </a:p>
          <a:p>
            <a:r>
              <a:rPr lang="ko-KR" altLang="en-US" sz="1100" b="0" i="0" u="none" strike="noStrike" baseline="0" dirty="0">
                <a:solidFill>
                  <a:srgbClr val="000000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다음 기능을 구현해야 합니다</a:t>
            </a:r>
            <a:r>
              <a:rPr lang="en-US" altLang="ko-KR" sz="1100" b="0" i="0" u="none" strike="noStrike" baseline="0" dirty="0">
                <a:solidFill>
                  <a:srgbClr val="000000"/>
                </a:solidFill>
                <a:latin typeface="Arial" panose="020B0604020202020204" pitchFamily="34" charset="0"/>
                <a:ea typeface="굴림" panose="020B0600000101010101" pitchFamily="50" charset="-127"/>
              </a:rPr>
              <a:t>. </a:t>
            </a:r>
          </a:p>
          <a:p>
            <a:r>
              <a:rPr lang="ko-KR" altLang="en-US" sz="1100" b="0" i="0" u="none" strike="noStrike" baseline="0" dirty="0">
                <a:solidFill>
                  <a:srgbClr val="000000"/>
                </a:solidFill>
                <a:highlight>
                  <a:srgbClr val="FFFF00"/>
                </a:highlight>
                <a:latin typeface="Arial" panose="020B0604020202020204" pitchFamily="34" charset="0"/>
                <a:ea typeface="굴림" panose="020B0600000101010101" pitchFamily="50" charset="-127"/>
              </a:rPr>
              <a:t>● 회원가입 </a:t>
            </a:r>
          </a:p>
          <a:p>
            <a:r>
              <a:rPr lang="ko-KR" altLang="en-US" sz="1100" b="0" i="0" u="none" strike="noStrike" baseline="0" dirty="0">
                <a:solidFill>
                  <a:srgbClr val="000000"/>
                </a:solidFill>
                <a:highlight>
                  <a:srgbClr val="FFFF00"/>
                </a:highlight>
                <a:latin typeface="Arial" panose="020B0604020202020204" pitchFamily="34" charset="0"/>
                <a:ea typeface="굴림" panose="020B0600000101010101" pitchFamily="50" charset="-127"/>
              </a:rPr>
              <a:t>● 로그인 </a:t>
            </a:r>
          </a:p>
          <a:p>
            <a:r>
              <a:rPr lang="ko-KR" altLang="en-US" sz="1100" b="0" i="0" u="none" strike="noStrike" baseline="0" dirty="0">
                <a:solidFill>
                  <a:srgbClr val="000000"/>
                </a:solidFill>
                <a:latin typeface="Arial" panose="020B0604020202020204" pitchFamily="34" charset="0"/>
                <a:ea typeface="굴림" panose="020B0600000101010101" pitchFamily="50" charset="-127"/>
              </a:rPr>
              <a:t>● 로그아웃 </a:t>
            </a:r>
          </a:p>
          <a:p>
            <a:r>
              <a:rPr lang="ko-KR" altLang="en-US" sz="1100" b="0" i="0" u="none" strike="noStrike" baseline="0" dirty="0">
                <a:solidFill>
                  <a:srgbClr val="000000"/>
                </a:solidFill>
                <a:latin typeface="Arial" panose="020B0604020202020204" pitchFamily="34" charset="0"/>
                <a:ea typeface="굴림" panose="020B0600000101010101" pitchFamily="50" charset="-127"/>
              </a:rPr>
              <a:t>● 프로필 이미지 업로드 </a:t>
            </a:r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EE4468A1-B208-E219-40C5-B48105E50801}"/>
              </a:ext>
            </a:extLst>
          </p:cNvPr>
          <p:cNvSpPr/>
          <p:nvPr/>
        </p:nvSpPr>
        <p:spPr>
          <a:xfrm>
            <a:off x="5616401" y="4032441"/>
            <a:ext cx="959198" cy="348114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28575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  <a:latin typeface="한컴 말랑말랑 Bold" panose="020F0803000000000000" pitchFamily="50" charset="-127"/>
                <a:ea typeface="한컴 말랑말랑 Bold" panose="020F0803000000000000" pitchFamily="50" charset="-127"/>
              </a:rPr>
              <a:t>로그인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B68BB778-439D-1940-1D37-AC329276964F}"/>
              </a:ext>
            </a:extLst>
          </p:cNvPr>
          <p:cNvSpPr txBox="1"/>
          <p:nvPr/>
        </p:nvSpPr>
        <p:spPr>
          <a:xfrm>
            <a:off x="8836884" y="1446137"/>
            <a:ext cx="2007281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600" dirty="0"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프로그램 이름이 </a:t>
            </a:r>
            <a:endParaRPr lang="en-US" altLang="ko-KR" sz="1600" dirty="0">
              <a:latin typeface="한컴 말랑말랑 Regular" panose="020F0303000000000000" pitchFamily="50" charset="-127"/>
              <a:ea typeface="한컴 말랑말랑 Regular" panose="020F0303000000000000" pitchFamily="50" charset="-127"/>
            </a:endParaRPr>
          </a:p>
          <a:p>
            <a:r>
              <a:rPr lang="en-US" altLang="ko-KR" sz="1600" dirty="0"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“</a:t>
            </a:r>
            <a:r>
              <a:rPr lang="ko-KR" altLang="en-US" sz="1600" dirty="0" err="1"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맛식당</a:t>
            </a:r>
            <a:r>
              <a:rPr lang="en-US" altLang="ko-KR" sz="1600" dirty="0"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!”</a:t>
            </a:r>
          </a:p>
          <a:p>
            <a:r>
              <a:rPr lang="ko-KR" altLang="en-US" sz="1600" dirty="0"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같은 느낌이면 어떨까</a:t>
            </a:r>
            <a:r>
              <a:rPr lang="en-US" altLang="ko-KR" sz="1600" dirty="0"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?</a:t>
            </a:r>
          </a:p>
          <a:p>
            <a:r>
              <a:rPr lang="ko-KR" altLang="en-US" sz="1600" dirty="0" err="1"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맛있당</a:t>
            </a:r>
            <a:r>
              <a:rPr lang="en-US" altLang="ko-KR" sz="1600" dirty="0"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! </a:t>
            </a:r>
            <a:r>
              <a:rPr lang="ko-KR" altLang="en-US" sz="1600" dirty="0"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처럼</a:t>
            </a:r>
            <a:r>
              <a:rPr lang="en-US" altLang="ko-KR" sz="1600" dirty="0"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.. </a:t>
            </a:r>
          </a:p>
        </p:txBody>
      </p:sp>
      <p:cxnSp>
        <p:nvCxnSpPr>
          <p:cNvPr id="33" name="직선 연결선 32">
            <a:extLst>
              <a:ext uri="{FF2B5EF4-FFF2-40B4-BE49-F238E27FC236}">
                <a16:creationId xmlns:a16="http://schemas.microsoft.com/office/drawing/2014/main" id="{987DCEAB-F2F4-3DAE-DF53-97B23135435F}"/>
              </a:ext>
            </a:extLst>
          </p:cNvPr>
          <p:cNvCxnSpPr>
            <a:cxnSpLocks/>
          </p:cNvCxnSpPr>
          <p:nvPr/>
        </p:nvCxnSpPr>
        <p:spPr>
          <a:xfrm>
            <a:off x="7451437" y="1873177"/>
            <a:ext cx="1249218" cy="0"/>
          </a:xfrm>
          <a:prstGeom prst="line">
            <a:avLst/>
          </a:prstGeom>
          <a:ln w="15875">
            <a:solidFill>
              <a:srgbClr val="FF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5049556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8F3A30-64E2-55E7-EBDD-D82BDF8E7F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0D477C09-7668-24EE-9AF7-363F11B56BA0}"/>
              </a:ext>
            </a:extLst>
          </p:cNvPr>
          <p:cNvSpPr/>
          <p:nvPr/>
        </p:nvSpPr>
        <p:spPr>
          <a:xfrm>
            <a:off x="4345709" y="477982"/>
            <a:ext cx="3500582" cy="5902036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F7FA0E1-7ADE-2C85-2CD0-4FB41A76E08F}"/>
              </a:ext>
            </a:extLst>
          </p:cNvPr>
          <p:cNvSpPr txBox="1"/>
          <p:nvPr/>
        </p:nvSpPr>
        <p:spPr>
          <a:xfrm>
            <a:off x="157018" y="127123"/>
            <a:ext cx="16417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한컴 말랑말랑 Bold" panose="020F0803000000000000" pitchFamily="50" charset="-127"/>
                <a:ea typeface="한컴 말랑말랑 Bold" panose="020F0803000000000000" pitchFamily="50" charset="-127"/>
                <a:cs typeface="+mn-cs"/>
              </a:rPr>
              <a:t>#0-1.</a:t>
            </a:r>
            <a:r>
              <a: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한컴 말랑말랑 Bold" panose="020F0803000000000000" pitchFamily="50" charset="-127"/>
                <a:ea typeface="한컴 말랑말랑 Bold" panose="020F0803000000000000" pitchFamily="50" charset="-127"/>
                <a:cs typeface="+mn-cs"/>
              </a:rPr>
              <a:t> 로그인 </a:t>
            </a: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한컴 말랑말랑 Bold" panose="020F0803000000000000" pitchFamily="50" charset="-127"/>
                <a:ea typeface="한컴 말랑말랑 Bold" panose="020F0803000000000000" pitchFamily="50" charset="-127"/>
                <a:cs typeface="+mn-cs"/>
              </a:rPr>
              <a:t>b</a:t>
            </a: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한컴 말랑말랑 Bold" panose="020F0803000000000000" pitchFamily="50" charset="-127"/>
              <a:ea typeface="한컴 말랑말랑 Bold" panose="020F0803000000000000" pitchFamily="50" charset="-127"/>
              <a:cs typeface="+mn-cs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423F415-E979-1EE5-E65E-7149FBCC3060}"/>
              </a:ext>
            </a:extLst>
          </p:cNvPr>
          <p:cNvSpPr txBox="1"/>
          <p:nvPr/>
        </p:nvSpPr>
        <p:spPr>
          <a:xfrm>
            <a:off x="8836884" y="4554748"/>
            <a:ext cx="169956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한컴 말랑말랑 Regular" panose="020F0303000000000000" pitchFamily="50" charset="-127"/>
                <a:ea typeface="한컴 말랑말랑 Regular" panose="020F0303000000000000" pitchFamily="50" charset="-127"/>
                <a:cs typeface="+mn-cs"/>
              </a:rPr>
              <a:t>JOIN </a:t>
            </a:r>
            <a:r>
              <a:rPr kumimoji="0" lang="ko-KR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한컴 말랑말랑 Regular" panose="020F0303000000000000" pitchFamily="50" charset="-127"/>
                <a:ea typeface="한컴 말랑말랑 Regular" panose="020F0303000000000000" pitchFamily="50" charset="-127"/>
                <a:cs typeface="+mn-cs"/>
              </a:rPr>
              <a:t>버튼 누를 시</a:t>
            </a:r>
            <a:endParaRPr kumimoji="0" lang="en-US" altLang="ko-KR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한컴 말랑말랑 Regular" panose="020F0303000000000000" pitchFamily="50" charset="-127"/>
              <a:ea typeface="한컴 말랑말랑 Regular" panose="020F0303000000000000" pitchFamily="50" charset="-127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한컴 말랑말랑 Regular" panose="020F0303000000000000" pitchFamily="50" charset="-127"/>
                <a:ea typeface="한컴 말랑말랑 Regular" panose="020F0303000000000000" pitchFamily="50" charset="-127"/>
                <a:cs typeface="+mn-cs"/>
              </a:rPr>
              <a:t>#1 </a:t>
            </a:r>
            <a:r>
              <a:rPr kumimoji="0" lang="ko-KR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한컴 말랑말랑 Regular" panose="020F0303000000000000" pitchFamily="50" charset="-127"/>
                <a:ea typeface="한컴 말랑말랑 Regular" panose="020F0303000000000000" pitchFamily="50" charset="-127"/>
                <a:cs typeface="+mn-cs"/>
              </a:rPr>
              <a:t>로 이동</a:t>
            </a:r>
            <a:endParaRPr kumimoji="0" lang="en-US" altLang="ko-KR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한컴 말랑말랑 Regular" panose="020F0303000000000000" pitchFamily="50" charset="-127"/>
              <a:ea typeface="한컴 말랑말랑 Regular" panose="020F0303000000000000" pitchFamily="50" charset="-127"/>
              <a:cs typeface="+mn-cs"/>
            </a:endParaRPr>
          </a:p>
        </p:txBody>
      </p:sp>
      <p:cxnSp>
        <p:nvCxnSpPr>
          <p:cNvPr id="10" name="직선 연결선 9">
            <a:extLst>
              <a:ext uri="{FF2B5EF4-FFF2-40B4-BE49-F238E27FC236}">
                <a16:creationId xmlns:a16="http://schemas.microsoft.com/office/drawing/2014/main" id="{B8DD0650-DAD5-E2EF-683F-52BDDC420E1B}"/>
              </a:ext>
            </a:extLst>
          </p:cNvPr>
          <p:cNvCxnSpPr>
            <a:cxnSpLocks/>
          </p:cNvCxnSpPr>
          <p:nvPr/>
        </p:nvCxnSpPr>
        <p:spPr>
          <a:xfrm>
            <a:off x="7451437" y="4847136"/>
            <a:ext cx="1249218" cy="0"/>
          </a:xfrm>
          <a:prstGeom prst="line">
            <a:avLst/>
          </a:prstGeom>
          <a:ln w="15875">
            <a:solidFill>
              <a:srgbClr val="FF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FAB83706-27CF-CCB7-C86C-4707BBD99A98}"/>
              </a:ext>
            </a:extLst>
          </p:cNvPr>
          <p:cNvSpPr txBox="1"/>
          <p:nvPr/>
        </p:nvSpPr>
        <p:spPr>
          <a:xfrm>
            <a:off x="2538965" y="3027593"/>
            <a:ext cx="45762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한컴 말랑말랑 Regular" panose="020F0303000000000000" pitchFamily="50" charset="-127"/>
                <a:ea typeface="한컴 말랑말랑 Regular" panose="020F0303000000000000" pitchFamily="50" charset="-127"/>
                <a:cs typeface="+mn-cs"/>
              </a:rPr>
              <a:t>ref</a:t>
            </a:r>
          </a:p>
        </p:txBody>
      </p:sp>
      <p:pic>
        <p:nvPicPr>
          <p:cNvPr id="13" name="그림 12">
            <a:extLst>
              <a:ext uri="{FF2B5EF4-FFF2-40B4-BE49-F238E27FC236}">
                <a16:creationId xmlns:a16="http://schemas.microsoft.com/office/drawing/2014/main" id="{CC7C5209-C86E-D6CD-61D1-CC94D84AEFE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835893" y="3549558"/>
            <a:ext cx="1310904" cy="2844225"/>
          </a:xfrm>
          <a:prstGeom prst="rect">
            <a:avLst/>
          </a:prstGeom>
          <a:ln>
            <a:solidFill>
              <a:schemeClr val="bg1">
                <a:lumMod val="65000"/>
              </a:schemeClr>
            </a:solidFill>
          </a:ln>
        </p:spPr>
      </p:pic>
      <p:pic>
        <p:nvPicPr>
          <p:cNvPr id="19" name="그림 18">
            <a:extLst>
              <a:ext uri="{FF2B5EF4-FFF2-40B4-BE49-F238E27FC236}">
                <a16:creationId xmlns:a16="http://schemas.microsoft.com/office/drawing/2014/main" id="{F1D79607-DB73-0E69-A154-50DAFFF8210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388760" y="3554886"/>
            <a:ext cx="1310904" cy="2833569"/>
          </a:xfrm>
          <a:prstGeom prst="rect">
            <a:avLst/>
          </a:prstGeom>
          <a:ln>
            <a:solidFill>
              <a:schemeClr val="bg1">
                <a:lumMod val="65000"/>
              </a:schemeClr>
            </a:solidFill>
          </a:ln>
        </p:spPr>
      </p:pic>
      <p:sp>
        <p:nvSpPr>
          <p:cNvPr id="21" name="직사각형 20">
            <a:extLst>
              <a:ext uri="{FF2B5EF4-FFF2-40B4-BE49-F238E27FC236}">
                <a16:creationId xmlns:a16="http://schemas.microsoft.com/office/drawing/2014/main" id="{2E0C42B7-A9F7-DF97-3AAA-705AD605CB38}"/>
              </a:ext>
            </a:extLst>
          </p:cNvPr>
          <p:cNvSpPr/>
          <p:nvPr/>
        </p:nvSpPr>
        <p:spPr>
          <a:xfrm>
            <a:off x="5372100" y="4554748"/>
            <a:ext cx="1447800" cy="52543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28575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한컴 말랑말랑 Bold" panose="020F0803000000000000" pitchFamily="50" charset="-127"/>
                <a:ea typeface="한컴 말랑말랑 Bold" panose="020F0803000000000000" pitchFamily="50" charset="-127"/>
                <a:cs typeface="+mn-cs"/>
              </a:rPr>
              <a:t>JOIN</a:t>
            </a:r>
            <a:endParaRPr kumimoji="0" lang="ko-KR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한컴 말랑말랑 Bold" panose="020F0803000000000000" pitchFamily="50" charset="-127"/>
              <a:ea typeface="한컴 말랑말랑 Bold" panose="020F0803000000000000" pitchFamily="50" charset="-127"/>
              <a:cs typeface="+mn-cs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46BEF1FF-5E08-656B-0FFD-EC0567403067}"/>
              </a:ext>
            </a:extLst>
          </p:cNvPr>
          <p:cNvSpPr txBox="1"/>
          <p:nvPr/>
        </p:nvSpPr>
        <p:spPr>
          <a:xfrm>
            <a:off x="8836884" y="5706896"/>
            <a:ext cx="262924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한컴 말랑말랑 Regular" panose="020F0303000000000000" pitchFamily="50" charset="-127"/>
                <a:ea typeface="한컴 말랑말랑 Regular" panose="020F0303000000000000" pitchFamily="50" charset="-127"/>
                <a:cs typeface="+mn-cs"/>
              </a:rPr>
              <a:t>로그아웃 시 </a:t>
            </a:r>
            <a:r>
              <a:rPr kumimoji="0" lang="en-US" altLang="ko-KR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한컴 말랑말랑 Regular" panose="020F0303000000000000" pitchFamily="50" charset="-127"/>
                <a:ea typeface="한컴 말랑말랑 Regular" panose="020F0303000000000000" pitchFamily="50" charset="-127"/>
                <a:cs typeface="+mn-cs"/>
              </a:rPr>
              <a:t>#1 </a:t>
            </a:r>
            <a:r>
              <a:rPr kumimoji="0" lang="ko-KR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한컴 말랑말랑 Regular" panose="020F0303000000000000" pitchFamily="50" charset="-127"/>
                <a:ea typeface="한컴 말랑말랑 Regular" panose="020F0303000000000000" pitchFamily="50" charset="-127"/>
                <a:cs typeface="+mn-cs"/>
              </a:rPr>
              <a:t>화면으로 이동 </a:t>
            </a:r>
            <a:endParaRPr kumimoji="0" lang="en-US" altLang="ko-KR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한컴 말랑말랑 Regular" panose="020F0303000000000000" pitchFamily="50" charset="-127"/>
              <a:ea typeface="한컴 말랑말랑 Regular" panose="020F0303000000000000" pitchFamily="50" charset="-127"/>
              <a:cs typeface="+mn-cs"/>
            </a:endParaRPr>
          </a:p>
        </p:txBody>
      </p:sp>
      <p:cxnSp>
        <p:nvCxnSpPr>
          <p:cNvPr id="27" name="직선 연결선 26">
            <a:extLst>
              <a:ext uri="{FF2B5EF4-FFF2-40B4-BE49-F238E27FC236}">
                <a16:creationId xmlns:a16="http://schemas.microsoft.com/office/drawing/2014/main" id="{B923DB21-ABEA-7C48-4640-FE214A0CB2DF}"/>
              </a:ext>
            </a:extLst>
          </p:cNvPr>
          <p:cNvCxnSpPr>
            <a:cxnSpLocks/>
          </p:cNvCxnSpPr>
          <p:nvPr/>
        </p:nvCxnSpPr>
        <p:spPr>
          <a:xfrm>
            <a:off x="6819900" y="5913015"/>
            <a:ext cx="1880755" cy="0"/>
          </a:xfrm>
          <a:prstGeom prst="line">
            <a:avLst/>
          </a:prstGeom>
          <a:ln w="15875">
            <a:solidFill>
              <a:srgbClr val="FF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TextBox 28">
            <a:extLst>
              <a:ext uri="{FF2B5EF4-FFF2-40B4-BE49-F238E27FC236}">
                <a16:creationId xmlns:a16="http://schemas.microsoft.com/office/drawing/2014/main" id="{9384A74A-3140-E90A-E77F-9B680083F2CB}"/>
              </a:ext>
            </a:extLst>
          </p:cNvPr>
          <p:cNvSpPr txBox="1"/>
          <p:nvPr/>
        </p:nvSpPr>
        <p:spPr>
          <a:xfrm>
            <a:off x="160234" y="581409"/>
            <a:ext cx="2911771" cy="11079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굴림" panose="020B0600000101010101" pitchFamily="50" charset="-127"/>
                <a:cs typeface="+mn-cs"/>
              </a:rPr>
              <a:t>1) </a:t>
            </a:r>
            <a:r>
              <a:rPr kumimoji="0" lang="ko-KR" alt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굴림" panose="020B0600000101010101" pitchFamily="50" charset="-127"/>
                <a:ea typeface="굴림" panose="020B0600000101010101" pitchFamily="50" charset="-127"/>
                <a:cs typeface="+mn-cs"/>
              </a:rPr>
              <a:t>사용자 인증 기능 </a:t>
            </a: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굴림" panose="020B0600000101010101" pitchFamily="50" charset="-127"/>
                <a:ea typeface="굴림" panose="020B0600000101010101" pitchFamily="50" charset="-127"/>
                <a:cs typeface="+mn-cs"/>
              </a:rPr>
              <a:t>다음 기능을 구현해야 합니다</a:t>
            </a:r>
            <a:r>
              <a:rPr kumimoji="0" lang="en-US" altLang="ko-KR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굴림" panose="020B0600000101010101" pitchFamily="50" charset="-127"/>
                <a:cs typeface="+mn-cs"/>
              </a:rPr>
              <a:t>. </a:t>
            </a: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00"/>
                </a:highlight>
                <a:uLnTx/>
                <a:uFillTx/>
                <a:latin typeface="Arial" panose="020B0604020202020204" pitchFamily="34" charset="0"/>
                <a:ea typeface="굴림" panose="020B0600000101010101" pitchFamily="50" charset="-127"/>
                <a:cs typeface="+mn-cs"/>
              </a:rPr>
              <a:t>● 회원가입 </a:t>
            </a: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00"/>
                </a:highlight>
                <a:uLnTx/>
                <a:uFillTx/>
                <a:latin typeface="Arial" panose="020B0604020202020204" pitchFamily="34" charset="0"/>
                <a:ea typeface="굴림" panose="020B0600000101010101" pitchFamily="50" charset="-127"/>
                <a:cs typeface="+mn-cs"/>
              </a:rPr>
              <a:t>● 로그인 </a:t>
            </a: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00"/>
                </a:highlight>
                <a:uLnTx/>
                <a:uFillTx/>
                <a:latin typeface="Arial" panose="020B0604020202020204" pitchFamily="34" charset="0"/>
                <a:ea typeface="굴림" panose="020B0600000101010101" pitchFamily="50" charset="-127"/>
                <a:cs typeface="+mn-cs"/>
              </a:rPr>
              <a:t>● 로그아웃 </a:t>
            </a: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굴림" panose="020B0600000101010101" pitchFamily="50" charset="-127"/>
                <a:cs typeface="+mn-cs"/>
              </a:rPr>
              <a:t>● 프로필 이미지 업로드 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0CC22A96-A1C0-251E-01D5-8FF4AB868952}"/>
              </a:ext>
            </a:extLst>
          </p:cNvPr>
          <p:cNvSpPr/>
          <p:nvPr/>
        </p:nvSpPr>
        <p:spPr>
          <a:xfrm>
            <a:off x="5616401" y="5706896"/>
            <a:ext cx="959198" cy="348114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28575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  <a:latin typeface="한컴 말랑말랑 Bold" panose="020F0803000000000000" pitchFamily="50" charset="-127"/>
                <a:ea typeface="한컴 말랑말랑 Bold" panose="020F0803000000000000" pitchFamily="50" charset="-127"/>
              </a:rPr>
              <a:t>로그아웃</a:t>
            </a:r>
          </a:p>
        </p:txBody>
      </p:sp>
      <p:sp>
        <p:nvSpPr>
          <p:cNvPr id="11" name="타원 10">
            <a:extLst>
              <a:ext uri="{FF2B5EF4-FFF2-40B4-BE49-F238E27FC236}">
                <a16:creationId xmlns:a16="http://schemas.microsoft.com/office/drawing/2014/main" id="{8AB0762A-E10F-102E-D2F1-124BE5E951C1}"/>
              </a:ext>
            </a:extLst>
          </p:cNvPr>
          <p:cNvSpPr/>
          <p:nvPr/>
        </p:nvSpPr>
        <p:spPr>
          <a:xfrm>
            <a:off x="5255491" y="2346640"/>
            <a:ext cx="1681018" cy="1681018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28575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dirty="0">
                <a:solidFill>
                  <a:schemeClr val="tx1"/>
                </a:solidFill>
                <a:latin typeface="한컴 말랑말랑 Bold" panose="020F0803000000000000" pitchFamily="50" charset="-127"/>
                <a:ea typeface="한컴 말랑말랑 Bold" panose="020F0803000000000000" pitchFamily="50" charset="-127"/>
              </a:rPr>
              <a:t>Profile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FD8F835-7330-CEF2-7310-515E82BE2EF5}"/>
              </a:ext>
            </a:extLst>
          </p:cNvPr>
          <p:cNvSpPr txBox="1"/>
          <p:nvPr/>
        </p:nvSpPr>
        <p:spPr>
          <a:xfrm>
            <a:off x="8836884" y="2957856"/>
            <a:ext cx="194636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한컴 말랑말랑 Regular" panose="020F0303000000000000" pitchFamily="50" charset="-127"/>
                <a:ea typeface="한컴 말랑말랑 Regular" panose="020F0303000000000000" pitchFamily="50" charset="-127"/>
                <a:cs typeface="+mn-cs"/>
              </a:rPr>
              <a:t>이전에 로그인했을 시</a:t>
            </a:r>
            <a:endParaRPr kumimoji="0" lang="en-US" altLang="ko-KR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한컴 말랑말랑 Regular" panose="020F0303000000000000" pitchFamily="50" charset="-127"/>
              <a:ea typeface="한컴 말랑말랑 Regular" panose="020F0303000000000000" pitchFamily="50" charset="-127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한컴 말랑말랑 Regular" panose="020F0303000000000000" pitchFamily="50" charset="-127"/>
                <a:ea typeface="한컴 말랑말랑 Regular" panose="020F0303000000000000" pitchFamily="50" charset="-127"/>
                <a:cs typeface="+mn-cs"/>
              </a:rPr>
              <a:t>본인 프로필 사진 노출</a:t>
            </a:r>
            <a:endParaRPr kumimoji="0" lang="en-US" altLang="ko-KR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한컴 말랑말랑 Regular" panose="020F0303000000000000" pitchFamily="50" charset="-127"/>
              <a:ea typeface="한컴 말랑말랑 Regular" panose="020F0303000000000000" pitchFamily="50" charset="-127"/>
              <a:cs typeface="+mn-cs"/>
            </a:endParaRPr>
          </a:p>
        </p:txBody>
      </p:sp>
      <p:cxnSp>
        <p:nvCxnSpPr>
          <p:cNvPr id="14" name="직선 연결선 13">
            <a:extLst>
              <a:ext uri="{FF2B5EF4-FFF2-40B4-BE49-F238E27FC236}">
                <a16:creationId xmlns:a16="http://schemas.microsoft.com/office/drawing/2014/main" id="{9A42E936-C139-DC9B-F936-8E6732B70754}"/>
              </a:ext>
            </a:extLst>
          </p:cNvPr>
          <p:cNvCxnSpPr>
            <a:cxnSpLocks/>
          </p:cNvCxnSpPr>
          <p:nvPr/>
        </p:nvCxnSpPr>
        <p:spPr>
          <a:xfrm>
            <a:off x="7130474" y="3250244"/>
            <a:ext cx="1570181" cy="0"/>
          </a:xfrm>
          <a:prstGeom prst="line">
            <a:avLst/>
          </a:prstGeom>
          <a:ln w="15875">
            <a:solidFill>
              <a:srgbClr val="FF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34DB0BB3-1168-AB12-712B-39799D751591}"/>
              </a:ext>
            </a:extLst>
          </p:cNvPr>
          <p:cNvSpPr txBox="1"/>
          <p:nvPr/>
        </p:nvSpPr>
        <p:spPr>
          <a:xfrm>
            <a:off x="5061528" y="1446138"/>
            <a:ext cx="206894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400" dirty="0">
                <a:latin typeface="한컴 말랑말랑 Bold" panose="020F0803000000000000" pitchFamily="50" charset="-127"/>
                <a:ea typeface="한컴 말랑말랑 Bold" panose="020F0803000000000000" pitchFamily="50" charset="-127"/>
              </a:rPr>
              <a:t>앱</a:t>
            </a:r>
            <a:r>
              <a:rPr lang="en-US" altLang="ko-KR" sz="2400" dirty="0">
                <a:latin typeface="한컴 말랑말랑 Bold" panose="020F0803000000000000" pitchFamily="50" charset="-127"/>
                <a:ea typeface="한컴 말랑말랑 Bold" panose="020F0803000000000000" pitchFamily="50" charset="-127"/>
              </a:rPr>
              <a:t>/</a:t>
            </a:r>
            <a:r>
              <a:rPr lang="ko-KR" altLang="en-US" sz="2400" dirty="0">
                <a:latin typeface="한컴 말랑말랑 Bold" panose="020F0803000000000000" pitchFamily="50" charset="-127"/>
                <a:ea typeface="한컴 말랑말랑 Bold" panose="020F0803000000000000" pitchFamily="50" charset="-127"/>
              </a:rPr>
              <a:t>서비스 이름 </a:t>
            </a:r>
            <a:r>
              <a:rPr lang="en-US" altLang="ko-KR" sz="2400" dirty="0">
                <a:latin typeface="한컴 말랑말랑 Bold" panose="020F0803000000000000" pitchFamily="50" charset="-127"/>
                <a:ea typeface="한컴 말랑말랑 Bold" panose="020F0803000000000000" pitchFamily="50" charset="-127"/>
              </a:rPr>
              <a:t>+ </a:t>
            </a:r>
            <a:r>
              <a:rPr lang="ko-KR" altLang="en-US" sz="2400" dirty="0">
                <a:latin typeface="한컴 말랑말랑 Bold" panose="020F0803000000000000" pitchFamily="50" charset="-127"/>
                <a:ea typeface="한컴 말랑말랑 Bold" panose="020F0803000000000000" pitchFamily="50" charset="-127"/>
              </a:rPr>
              <a:t>로고 이미지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16976361-1CBC-4651-78B7-42157DECA1C2}"/>
              </a:ext>
            </a:extLst>
          </p:cNvPr>
          <p:cNvSpPr txBox="1"/>
          <p:nvPr/>
        </p:nvSpPr>
        <p:spPr>
          <a:xfrm>
            <a:off x="5061528" y="1107584"/>
            <a:ext cx="206894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600" dirty="0"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슬로건 카피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E71693D9-12FB-1204-F831-DF52DEFA2112}"/>
              </a:ext>
            </a:extLst>
          </p:cNvPr>
          <p:cNvSpPr txBox="1"/>
          <p:nvPr/>
        </p:nvSpPr>
        <p:spPr>
          <a:xfrm>
            <a:off x="5061528" y="4115879"/>
            <a:ext cx="206894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600" dirty="0"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반가워요</a:t>
            </a:r>
            <a:r>
              <a:rPr lang="en-US" altLang="ko-KR" sz="1600" dirty="0"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, ID </a:t>
            </a:r>
            <a:r>
              <a:rPr lang="ko-KR" altLang="en-US" sz="1600" dirty="0"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님</a:t>
            </a:r>
            <a:r>
              <a:rPr lang="en-US" altLang="ko-KR" sz="1600" dirty="0"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!</a:t>
            </a:r>
            <a:endParaRPr lang="ko-KR" altLang="en-US" sz="1600" dirty="0">
              <a:latin typeface="한컴 말랑말랑 Regular" panose="020F0303000000000000" pitchFamily="50" charset="-127"/>
              <a:ea typeface="한컴 말랑말랑 Regular" panose="020F0303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60185310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7E6801-53FF-C0A0-B826-7CE9BBBD8C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0BF72F12-9342-6444-2605-1D4AC82F0869}"/>
              </a:ext>
            </a:extLst>
          </p:cNvPr>
          <p:cNvSpPr/>
          <p:nvPr/>
        </p:nvSpPr>
        <p:spPr>
          <a:xfrm>
            <a:off x="4345709" y="477982"/>
            <a:ext cx="3500582" cy="5902036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5B0AAC2-1BE6-3B42-5640-D28BBB001740}"/>
              </a:ext>
            </a:extLst>
          </p:cNvPr>
          <p:cNvSpPr txBox="1"/>
          <p:nvPr/>
        </p:nvSpPr>
        <p:spPr>
          <a:xfrm>
            <a:off x="157018" y="127123"/>
            <a:ext cx="16801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한컴 말랑말랑 Bold" panose="020F0803000000000000" pitchFamily="50" charset="-127"/>
                <a:ea typeface="한컴 말랑말랑 Bold" panose="020F0803000000000000" pitchFamily="50" charset="-127"/>
                <a:cs typeface="+mn-cs"/>
              </a:rPr>
              <a:t>#0-2.</a:t>
            </a:r>
            <a:r>
              <a: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한컴 말랑말랑 Bold" panose="020F0803000000000000" pitchFamily="50" charset="-127"/>
                <a:ea typeface="한컴 말랑말랑 Bold" panose="020F0803000000000000" pitchFamily="50" charset="-127"/>
                <a:cs typeface="+mn-cs"/>
              </a:rPr>
              <a:t> 회원가입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C31CA3F-A879-0038-B2C9-5915C31ED6B2}"/>
              </a:ext>
            </a:extLst>
          </p:cNvPr>
          <p:cNvSpPr txBox="1"/>
          <p:nvPr/>
        </p:nvSpPr>
        <p:spPr>
          <a:xfrm>
            <a:off x="8836884" y="2032555"/>
            <a:ext cx="3215945" cy="44627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600" dirty="0"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기본 프로필 터치 시 이미지 선택 가능</a:t>
            </a:r>
            <a:endParaRPr lang="en-US" altLang="ko-KR" sz="1600" dirty="0">
              <a:latin typeface="한컴 말랑말랑 Regular" panose="020F0303000000000000" pitchFamily="50" charset="-127"/>
              <a:ea typeface="한컴 말랑말랑 Regular" panose="020F0303000000000000" pitchFamily="50" charset="-127"/>
            </a:endParaRPr>
          </a:p>
          <a:p>
            <a:r>
              <a:rPr lang="en-US" altLang="ko-KR" sz="700" dirty="0"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"C:\Users\Admin\mbca\Web\Ex\HtmlCssBoardCSR_JS\profile.html"</a:t>
            </a:r>
            <a:endParaRPr lang="en-US" altLang="ko-KR" sz="1600" dirty="0">
              <a:latin typeface="한컴 말랑말랑 Regular" panose="020F0303000000000000" pitchFamily="50" charset="-127"/>
              <a:ea typeface="한컴 말랑말랑 Regular" panose="020F0303000000000000" pitchFamily="50" charset="-127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715535E-FB07-DB76-CEAB-DE85EDAEA164}"/>
              </a:ext>
            </a:extLst>
          </p:cNvPr>
          <p:cNvSpPr txBox="1"/>
          <p:nvPr/>
        </p:nvSpPr>
        <p:spPr>
          <a:xfrm>
            <a:off x="8836884" y="4012731"/>
            <a:ext cx="284629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dirty="0"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Id/pw </a:t>
            </a:r>
            <a:r>
              <a:rPr lang="ko-KR" altLang="en-US" sz="1600" dirty="0"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지정 및 데이터 서버 저장</a:t>
            </a:r>
            <a:endParaRPr lang="en-US" altLang="ko-KR" sz="1600" dirty="0">
              <a:latin typeface="한컴 말랑말랑 Regular" panose="020F0303000000000000" pitchFamily="50" charset="-127"/>
              <a:ea typeface="한컴 말랑말랑 Regular" panose="020F0303000000000000" pitchFamily="50" charset="-127"/>
            </a:endParaRPr>
          </a:p>
        </p:txBody>
      </p:sp>
      <p:cxnSp>
        <p:nvCxnSpPr>
          <p:cNvPr id="10" name="직선 연결선 9">
            <a:extLst>
              <a:ext uri="{FF2B5EF4-FFF2-40B4-BE49-F238E27FC236}">
                <a16:creationId xmlns:a16="http://schemas.microsoft.com/office/drawing/2014/main" id="{5815A643-6ECD-DA04-1FE3-AD27EB62098B}"/>
              </a:ext>
            </a:extLst>
          </p:cNvPr>
          <p:cNvCxnSpPr>
            <a:cxnSpLocks/>
          </p:cNvCxnSpPr>
          <p:nvPr/>
        </p:nvCxnSpPr>
        <p:spPr>
          <a:xfrm>
            <a:off x="7451437" y="2290041"/>
            <a:ext cx="1249218" cy="0"/>
          </a:xfrm>
          <a:prstGeom prst="line">
            <a:avLst/>
          </a:prstGeom>
          <a:ln w="15875">
            <a:solidFill>
              <a:srgbClr val="FF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직사각형 2">
            <a:extLst>
              <a:ext uri="{FF2B5EF4-FFF2-40B4-BE49-F238E27FC236}">
                <a16:creationId xmlns:a16="http://schemas.microsoft.com/office/drawing/2014/main" id="{0296C033-6518-74C0-796E-68A3603E3B72}"/>
              </a:ext>
            </a:extLst>
          </p:cNvPr>
          <p:cNvSpPr/>
          <p:nvPr/>
        </p:nvSpPr>
        <p:spPr>
          <a:xfrm>
            <a:off x="5219702" y="3634483"/>
            <a:ext cx="1752598" cy="38895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28575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dirty="0">
                <a:solidFill>
                  <a:schemeClr val="tx1"/>
                </a:solidFill>
                <a:latin typeface="한컴 말랑말랑 Bold" panose="020F0803000000000000" pitchFamily="50" charset="-127"/>
                <a:ea typeface="한컴 말랑말랑 Bold" panose="020F0803000000000000" pitchFamily="50" charset="-127"/>
              </a:rPr>
              <a:t>Id/nickname</a:t>
            </a:r>
            <a:endParaRPr lang="ko-KR" altLang="en-US" sz="1600" dirty="0">
              <a:solidFill>
                <a:schemeClr val="tx1"/>
              </a:solidFill>
              <a:latin typeface="한컴 말랑말랑 Bold" panose="020F0803000000000000" pitchFamily="50" charset="-127"/>
              <a:ea typeface="한컴 말랑말랑 Bold" panose="020F0803000000000000" pitchFamily="50" charset="-127"/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E998C886-C3B3-1501-3FC7-B46A8625E9F4}"/>
              </a:ext>
            </a:extLst>
          </p:cNvPr>
          <p:cNvSpPr/>
          <p:nvPr/>
        </p:nvSpPr>
        <p:spPr>
          <a:xfrm>
            <a:off x="5219702" y="4182008"/>
            <a:ext cx="1752598" cy="38895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28575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dirty="0">
                <a:solidFill>
                  <a:schemeClr val="tx1"/>
                </a:solidFill>
                <a:latin typeface="한컴 말랑말랑 Bold" panose="020F0803000000000000" pitchFamily="50" charset="-127"/>
                <a:ea typeface="한컴 말랑말랑 Bold" panose="020F0803000000000000" pitchFamily="50" charset="-127"/>
              </a:rPr>
              <a:t>pw</a:t>
            </a:r>
            <a:endParaRPr lang="ko-KR" altLang="en-US" sz="1600" dirty="0">
              <a:solidFill>
                <a:schemeClr val="tx1"/>
              </a:solidFill>
              <a:latin typeface="한컴 말랑말랑 Bold" panose="020F0803000000000000" pitchFamily="50" charset="-127"/>
              <a:ea typeface="한컴 말랑말랑 Bold" panose="020F0803000000000000" pitchFamily="50" charset="-127"/>
            </a:endParaRPr>
          </a:p>
        </p:txBody>
      </p:sp>
      <p:sp>
        <p:nvSpPr>
          <p:cNvPr id="7" name="타원 6">
            <a:extLst>
              <a:ext uri="{FF2B5EF4-FFF2-40B4-BE49-F238E27FC236}">
                <a16:creationId xmlns:a16="http://schemas.microsoft.com/office/drawing/2014/main" id="{1A181351-C095-5107-DDF8-2FE5FDD750EA}"/>
              </a:ext>
            </a:extLst>
          </p:cNvPr>
          <p:cNvSpPr/>
          <p:nvPr/>
        </p:nvSpPr>
        <p:spPr>
          <a:xfrm>
            <a:off x="5038726" y="1289895"/>
            <a:ext cx="2114548" cy="2114548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28575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400" dirty="0">
                <a:solidFill>
                  <a:schemeClr val="tx1"/>
                </a:solidFill>
                <a:latin typeface="한컴 말랑말랑 Bold" panose="020F0803000000000000" pitchFamily="50" charset="-127"/>
                <a:ea typeface="한컴 말랑말랑 Bold" panose="020F0803000000000000" pitchFamily="50" charset="-127"/>
              </a:rPr>
              <a:t>Profile</a:t>
            </a:r>
          </a:p>
          <a:p>
            <a:pPr algn="ctr"/>
            <a:r>
              <a:rPr lang="en-US" altLang="ko-KR" sz="2400" dirty="0">
                <a:solidFill>
                  <a:schemeClr val="tx1"/>
                </a:solidFill>
                <a:latin typeface="한컴 말랑말랑 Bold" panose="020F0803000000000000" pitchFamily="50" charset="-127"/>
                <a:ea typeface="한컴 말랑말랑 Bold" panose="020F0803000000000000" pitchFamily="50" charset="-127"/>
              </a:rPr>
              <a:t>image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975BFCBB-004F-7124-A3FD-CA7FF8BF44A0}"/>
              </a:ext>
            </a:extLst>
          </p:cNvPr>
          <p:cNvSpPr/>
          <p:nvPr/>
        </p:nvSpPr>
        <p:spPr>
          <a:xfrm>
            <a:off x="4766108" y="4977823"/>
            <a:ext cx="2659786" cy="59028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28575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000" dirty="0">
                <a:solidFill>
                  <a:schemeClr val="tx1"/>
                </a:solidFill>
                <a:latin typeface="한컴 말랑말랑 Bold" panose="020F0803000000000000" pitchFamily="50" charset="-127"/>
                <a:ea typeface="한컴 말랑말랑 Bold" panose="020F0803000000000000" pitchFamily="50" charset="-127"/>
              </a:rPr>
              <a:t>회원가입</a:t>
            </a:r>
          </a:p>
        </p:txBody>
      </p:sp>
      <p:cxnSp>
        <p:nvCxnSpPr>
          <p:cNvPr id="15" name="직선 연결선 14">
            <a:extLst>
              <a:ext uri="{FF2B5EF4-FFF2-40B4-BE49-F238E27FC236}">
                <a16:creationId xmlns:a16="http://schemas.microsoft.com/office/drawing/2014/main" id="{49A73362-04C9-AACD-9077-85946C86C8E8}"/>
              </a:ext>
            </a:extLst>
          </p:cNvPr>
          <p:cNvCxnSpPr>
            <a:cxnSpLocks/>
          </p:cNvCxnSpPr>
          <p:nvPr/>
        </p:nvCxnSpPr>
        <p:spPr>
          <a:xfrm>
            <a:off x="7451437" y="4182008"/>
            <a:ext cx="1249218" cy="0"/>
          </a:xfrm>
          <a:prstGeom prst="line">
            <a:avLst/>
          </a:prstGeom>
          <a:ln w="15875">
            <a:solidFill>
              <a:srgbClr val="FF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9AE7A8BB-065F-B5CC-E989-D3AA0B4F146B}"/>
              </a:ext>
            </a:extLst>
          </p:cNvPr>
          <p:cNvSpPr txBox="1"/>
          <p:nvPr/>
        </p:nvSpPr>
        <p:spPr>
          <a:xfrm>
            <a:off x="8836884" y="5146206"/>
            <a:ext cx="215315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600" dirty="0"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누르면 회원가입 확인 및</a:t>
            </a:r>
            <a:endParaRPr lang="en-US" altLang="ko-KR" sz="1600" dirty="0">
              <a:latin typeface="한컴 말랑말랑 Regular" panose="020F0303000000000000" pitchFamily="50" charset="-127"/>
              <a:ea typeface="한컴 말랑말랑 Regular" panose="020F0303000000000000" pitchFamily="50" charset="-127"/>
            </a:endParaRPr>
          </a:p>
          <a:p>
            <a:r>
              <a:rPr lang="en-US" altLang="ko-KR" sz="1600" dirty="0"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#0 </a:t>
            </a:r>
            <a:r>
              <a:rPr lang="ko-KR" altLang="en-US" sz="1600" dirty="0"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화면으로 이동</a:t>
            </a:r>
            <a:endParaRPr lang="en-US" altLang="ko-KR" sz="1600" dirty="0">
              <a:latin typeface="한컴 말랑말랑 Regular" panose="020F0303000000000000" pitchFamily="50" charset="-127"/>
              <a:ea typeface="한컴 말랑말랑 Regular" panose="020F0303000000000000" pitchFamily="50" charset="-127"/>
            </a:endParaRPr>
          </a:p>
        </p:txBody>
      </p:sp>
      <p:cxnSp>
        <p:nvCxnSpPr>
          <p:cNvPr id="18" name="직선 연결선 17">
            <a:extLst>
              <a:ext uri="{FF2B5EF4-FFF2-40B4-BE49-F238E27FC236}">
                <a16:creationId xmlns:a16="http://schemas.microsoft.com/office/drawing/2014/main" id="{E33F0FD4-B96E-AC25-41DE-8ACA6EDCC45E}"/>
              </a:ext>
            </a:extLst>
          </p:cNvPr>
          <p:cNvCxnSpPr>
            <a:cxnSpLocks/>
          </p:cNvCxnSpPr>
          <p:nvPr/>
        </p:nvCxnSpPr>
        <p:spPr>
          <a:xfrm>
            <a:off x="7629525" y="5315483"/>
            <a:ext cx="1071130" cy="0"/>
          </a:xfrm>
          <a:prstGeom prst="line">
            <a:avLst/>
          </a:prstGeom>
          <a:ln w="15875">
            <a:solidFill>
              <a:srgbClr val="FF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69D8F0D3-3D5D-C617-DCE0-EC23981D4E50}"/>
              </a:ext>
            </a:extLst>
          </p:cNvPr>
          <p:cNvSpPr txBox="1"/>
          <p:nvPr/>
        </p:nvSpPr>
        <p:spPr>
          <a:xfrm>
            <a:off x="160234" y="581409"/>
            <a:ext cx="2911771" cy="11079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100" b="0" i="0" u="none" strike="noStrike" baseline="0" dirty="0">
                <a:solidFill>
                  <a:srgbClr val="000000"/>
                </a:solidFill>
                <a:latin typeface="Arial" panose="020B0604020202020204" pitchFamily="34" charset="0"/>
                <a:ea typeface="굴림" panose="020B0600000101010101" pitchFamily="50" charset="-127"/>
              </a:rPr>
              <a:t>1) </a:t>
            </a:r>
            <a:r>
              <a:rPr lang="ko-KR" altLang="en-US" sz="1100" b="0" i="0" u="none" strike="noStrike" baseline="0" dirty="0">
                <a:solidFill>
                  <a:srgbClr val="000000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사용자 인증 기능 </a:t>
            </a:r>
          </a:p>
          <a:p>
            <a:r>
              <a:rPr lang="ko-KR" altLang="en-US" sz="1100" b="0" i="0" u="none" strike="noStrike" baseline="0" dirty="0">
                <a:solidFill>
                  <a:srgbClr val="000000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다음 기능을 구현해야 합니다</a:t>
            </a:r>
            <a:r>
              <a:rPr lang="en-US" altLang="ko-KR" sz="1100" b="0" i="0" u="none" strike="noStrike" baseline="0" dirty="0">
                <a:solidFill>
                  <a:srgbClr val="000000"/>
                </a:solidFill>
                <a:latin typeface="Arial" panose="020B0604020202020204" pitchFamily="34" charset="0"/>
                <a:ea typeface="굴림" panose="020B0600000101010101" pitchFamily="50" charset="-127"/>
              </a:rPr>
              <a:t>. </a:t>
            </a:r>
          </a:p>
          <a:p>
            <a:r>
              <a:rPr lang="ko-KR" altLang="en-US" sz="1100" b="0" i="0" u="none" strike="noStrike" baseline="0" dirty="0">
                <a:solidFill>
                  <a:srgbClr val="000000"/>
                </a:solidFill>
                <a:highlight>
                  <a:srgbClr val="FFFF00"/>
                </a:highlight>
                <a:latin typeface="Arial" panose="020B0604020202020204" pitchFamily="34" charset="0"/>
                <a:ea typeface="굴림" panose="020B0600000101010101" pitchFamily="50" charset="-127"/>
              </a:rPr>
              <a:t>● 회원가입 </a:t>
            </a:r>
          </a:p>
          <a:p>
            <a:r>
              <a:rPr lang="ko-KR" altLang="en-US" sz="1100" b="0" i="0" u="none" strike="noStrike" baseline="0" dirty="0">
                <a:solidFill>
                  <a:srgbClr val="000000"/>
                </a:solidFill>
                <a:highlight>
                  <a:srgbClr val="FFFF00"/>
                </a:highlight>
                <a:latin typeface="Arial" panose="020B0604020202020204" pitchFamily="34" charset="0"/>
                <a:ea typeface="굴림" panose="020B0600000101010101" pitchFamily="50" charset="-127"/>
              </a:rPr>
              <a:t>● 로그인 </a:t>
            </a:r>
          </a:p>
          <a:p>
            <a:r>
              <a:rPr lang="ko-KR" altLang="en-US" sz="1100" b="0" i="0" u="none" strike="noStrike" baseline="0" dirty="0">
                <a:solidFill>
                  <a:srgbClr val="000000"/>
                </a:solidFill>
                <a:highlight>
                  <a:srgbClr val="FFFF00"/>
                </a:highlight>
                <a:latin typeface="Arial" panose="020B0604020202020204" pitchFamily="34" charset="0"/>
                <a:ea typeface="굴림" panose="020B0600000101010101" pitchFamily="50" charset="-127"/>
              </a:rPr>
              <a:t>● 로그아웃 </a:t>
            </a:r>
          </a:p>
          <a:p>
            <a:r>
              <a:rPr lang="ko-KR" altLang="en-US" sz="1100" b="0" i="0" u="none" strike="noStrike" baseline="0" dirty="0">
                <a:solidFill>
                  <a:srgbClr val="000000"/>
                </a:solidFill>
                <a:highlight>
                  <a:srgbClr val="FFFF00"/>
                </a:highlight>
                <a:latin typeface="Arial" panose="020B0604020202020204" pitchFamily="34" charset="0"/>
                <a:ea typeface="굴림" panose="020B0600000101010101" pitchFamily="50" charset="-127"/>
              </a:rPr>
              <a:t>● 프로필 이미지 업로드 </a:t>
            </a:r>
          </a:p>
        </p:txBody>
      </p:sp>
    </p:spTree>
    <p:extLst>
      <p:ext uri="{BB962C8B-B14F-4D97-AF65-F5344CB8AC3E}">
        <p14:creationId xmlns:p14="http://schemas.microsoft.com/office/powerpoint/2010/main" val="11971562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직사각형 8">
            <a:extLst>
              <a:ext uri="{FF2B5EF4-FFF2-40B4-BE49-F238E27FC236}">
                <a16:creationId xmlns:a16="http://schemas.microsoft.com/office/drawing/2014/main" id="{49797827-9DEE-D505-264B-C32174865851}"/>
              </a:ext>
            </a:extLst>
          </p:cNvPr>
          <p:cNvSpPr/>
          <p:nvPr/>
        </p:nvSpPr>
        <p:spPr>
          <a:xfrm>
            <a:off x="4479637" y="2115128"/>
            <a:ext cx="1491916" cy="157479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28575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B87A856F-1335-289C-1156-CE0F308752F2}"/>
              </a:ext>
            </a:extLst>
          </p:cNvPr>
          <p:cNvSpPr/>
          <p:nvPr/>
        </p:nvSpPr>
        <p:spPr>
          <a:xfrm>
            <a:off x="5902035" y="1947077"/>
            <a:ext cx="1810328" cy="19109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28575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D4241300-DB88-A366-51D9-B045733D88C1}"/>
              </a:ext>
            </a:extLst>
          </p:cNvPr>
          <p:cNvSpPr/>
          <p:nvPr/>
        </p:nvSpPr>
        <p:spPr>
          <a:xfrm>
            <a:off x="4345709" y="477982"/>
            <a:ext cx="3500582" cy="5902036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95F5D2B-B399-3BE7-BAF1-C479A2982130}"/>
              </a:ext>
            </a:extLst>
          </p:cNvPr>
          <p:cNvSpPr txBox="1"/>
          <p:nvPr/>
        </p:nvSpPr>
        <p:spPr>
          <a:xfrm>
            <a:off x="157018" y="127123"/>
            <a:ext cx="11112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>
                <a:latin typeface="한컴 말랑말랑 Bold" panose="020F0803000000000000" pitchFamily="50" charset="-127"/>
                <a:ea typeface="한컴 말랑말랑 Bold" panose="020F0803000000000000" pitchFamily="50" charset="-127"/>
              </a:rPr>
              <a:t>#1.</a:t>
            </a:r>
            <a:r>
              <a:rPr lang="ko-KR" altLang="en-US" dirty="0">
                <a:latin typeface="한컴 말랑말랑 Bold" panose="020F0803000000000000" pitchFamily="50" charset="-127"/>
                <a:ea typeface="한컴 말랑말랑 Bold" panose="020F0803000000000000" pitchFamily="50" charset="-127"/>
              </a:rPr>
              <a:t> </a:t>
            </a:r>
            <a:r>
              <a:rPr lang="en-US" altLang="ko-KR" dirty="0">
                <a:latin typeface="한컴 말랑말랑 Bold" panose="020F0803000000000000" pitchFamily="50" charset="-127"/>
                <a:ea typeface="한컴 말랑말랑 Bold" panose="020F0803000000000000" pitchFamily="50" charset="-127"/>
              </a:rPr>
              <a:t>main</a:t>
            </a:r>
            <a:endParaRPr lang="ko-KR" altLang="en-US" dirty="0">
              <a:latin typeface="한컴 말랑말랑 Bold" panose="020F0803000000000000" pitchFamily="50" charset="-127"/>
              <a:ea typeface="한컴 말랑말랑 Bold" panose="020F0803000000000000" pitchFamily="50" charset="-127"/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D5DB6A7A-CB6D-20A7-F73C-DAE6D91D3EE8}"/>
              </a:ext>
            </a:extLst>
          </p:cNvPr>
          <p:cNvSpPr/>
          <p:nvPr/>
        </p:nvSpPr>
        <p:spPr>
          <a:xfrm>
            <a:off x="4978400" y="1722839"/>
            <a:ext cx="2235200" cy="2359376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28575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742068B-5682-5638-6CCC-76B439464A50}"/>
              </a:ext>
            </a:extLst>
          </p:cNvPr>
          <p:cNvSpPr txBox="1"/>
          <p:nvPr/>
        </p:nvSpPr>
        <p:spPr>
          <a:xfrm>
            <a:off x="4978400" y="1762411"/>
            <a:ext cx="81496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>
                <a:latin typeface="한컴 말랑말랑 Bold" panose="020F0803000000000000" pitchFamily="50" charset="-127"/>
                <a:ea typeface="한컴 말랑말랑 Bold" panose="020F0803000000000000" pitchFamily="50" charset="-127"/>
              </a:rPr>
              <a:t>TOP. 1</a:t>
            </a:r>
            <a:endParaRPr lang="ko-KR" altLang="en-US" dirty="0">
              <a:latin typeface="한컴 말랑말랑 Bold" panose="020F0803000000000000" pitchFamily="50" charset="-127"/>
              <a:ea typeface="한컴 말랑말랑 Bold" panose="020F0803000000000000" pitchFamily="50" charset="-127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CF63716-085F-7E54-47BC-DB7A2C1C117A}"/>
              </a:ext>
            </a:extLst>
          </p:cNvPr>
          <p:cNvSpPr txBox="1"/>
          <p:nvPr/>
        </p:nvSpPr>
        <p:spPr>
          <a:xfrm>
            <a:off x="8836884" y="2311634"/>
            <a:ext cx="2989921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600" dirty="0"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회전</a:t>
            </a:r>
            <a:r>
              <a:rPr lang="en-US" altLang="ko-KR" sz="1600" dirty="0"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? Or </a:t>
            </a:r>
            <a:r>
              <a:rPr lang="ko-KR" altLang="en-US" sz="1600" dirty="0"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교차하며 </a:t>
            </a:r>
            <a:endParaRPr lang="en-US" altLang="ko-KR" sz="1600" dirty="0">
              <a:latin typeface="한컴 말랑말랑 Regular" panose="020F0303000000000000" pitchFamily="50" charset="-127"/>
              <a:ea typeface="한컴 말랑말랑 Regular" panose="020F0303000000000000" pitchFamily="50" charset="-127"/>
            </a:endParaRPr>
          </a:p>
          <a:p>
            <a:r>
              <a:rPr lang="en-US" altLang="ko-KR" sz="1600" dirty="0"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Top3 </a:t>
            </a:r>
            <a:r>
              <a:rPr lang="ko-KR" altLang="en-US" sz="1600" dirty="0"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보여주기</a:t>
            </a:r>
            <a:endParaRPr lang="en-US" altLang="ko-KR" sz="1600" dirty="0">
              <a:latin typeface="한컴 말랑말랑 Regular" panose="020F0303000000000000" pitchFamily="50" charset="-127"/>
              <a:ea typeface="한컴 말랑말랑 Regular" panose="020F0303000000000000" pitchFamily="50" charset="-127"/>
            </a:endParaRPr>
          </a:p>
          <a:p>
            <a:r>
              <a:rPr lang="en-US" altLang="ko-KR" sz="1600" dirty="0"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(</a:t>
            </a:r>
            <a:r>
              <a:rPr lang="ko-KR" altLang="en-US" sz="1600" dirty="0" err="1"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좋아요에</a:t>
            </a:r>
            <a:r>
              <a:rPr lang="ko-KR" altLang="en-US" sz="1600" dirty="0"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 따라 이미지가 바뀌도록</a:t>
            </a:r>
            <a:r>
              <a:rPr lang="en-US" altLang="ko-KR" sz="1600" dirty="0"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)</a:t>
            </a:r>
          </a:p>
        </p:txBody>
      </p:sp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EA2042A8-AA6E-E20E-00AA-91EB1D03362F}"/>
              </a:ext>
            </a:extLst>
          </p:cNvPr>
          <p:cNvCxnSpPr>
            <a:cxnSpLocks/>
          </p:cNvCxnSpPr>
          <p:nvPr/>
        </p:nvCxnSpPr>
        <p:spPr>
          <a:xfrm>
            <a:off x="7451437" y="2727133"/>
            <a:ext cx="1249218" cy="0"/>
          </a:xfrm>
          <a:prstGeom prst="line">
            <a:avLst/>
          </a:prstGeom>
          <a:ln w="15875">
            <a:solidFill>
              <a:srgbClr val="FF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B9A2EE0A-F14F-6C3D-B8F5-CC6949F53357}"/>
              </a:ext>
            </a:extLst>
          </p:cNvPr>
          <p:cNvSpPr txBox="1"/>
          <p:nvPr/>
        </p:nvSpPr>
        <p:spPr>
          <a:xfrm>
            <a:off x="4482206" y="715682"/>
            <a:ext cx="206894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400" dirty="0">
                <a:latin typeface="한컴 말랑말랑 Bold" panose="020F0803000000000000" pitchFamily="50" charset="-127"/>
                <a:ea typeface="한컴 말랑말랑 Bold" panose="020F0803000000000000" pitchFamily="50" charset="-127"/>
              </a:rPr>
              <a:t>앱</a:t>
            </a:r>
            <a:r>
              <a:rPr lang="en-US" altLang="ko-KR" sz="2400" dirty="0">
                <a:latin typeface="한컴 말랑말랑 Bold" panose="020F0803000000000000" pitchFamily="50" charset="-127"/>
                <a:ea typeface="한컴 말랑말랑 Bold" panose="020F0803000000000000" pitchFamily="50" charset="-127"/>
              </a:rPr>
              <a:t>/</a:t>
            </a:r>
            <a:r>
              <a:rPr lang="ko-KR" altLang="en-US" sz="2400" dirty="0">
                <a:latin typeface="한컴 말랑말랑 Bold" panose="020F0803000000000000" pitchFamily="50" charset="-127"/>
                <a:ea typeface="한컴 말랑말랑 Bold" panose="020F0803000000000000" pitchFamily="50" charset="-127"/>
              </a:rPr>
              <a:t>서비스 제목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B8D2453A-4623-D254-EC94-72649C5CB0A7}"/>
              </a:ext>
            </a:extLst>
          </p:cNvPr>
          <p:cNvSpPr txBox="1"/>
          <p:nvPr/>
        </p:nvSpPr>
        <p:spPr>
          <a:xfrm>
            <a:off x="5061528" y="1313935"/>
            <a:ext cx="206894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600" dirty="0"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역대 </a:t>
            </a:r>
            <a:r>
              <a:rPr lang="en-US" altLang="ko-KR" sz="1600" dirty="0"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TOP3</a:t>
            </a:r>
            <a:endParaRPr lang="ko-KR" altLang="en-US" sz="1600" dirty="0">
              <a:latin typeface="한컴 말랑말랑 Regular" panose="020F0303000000000000" pitchFamily="50" charset="-127"/>
              <a:ea typeface="한컴 말랑말랑 Regular" panose="020F0303000000000000" pitchFamily="50" charset="-127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0BF5FAD1-CA6B-AD39-13A5-F24857ABD55F}"/>
              </a:ext>
            </a:extLst>
          </p:cNvPr>
          <p:cNvSpPr txBox="1"/>
          <p:nvPr/>
        </p:nvSpPr>
        <p:spPr>
          <a:xfrm>
            <a:off x="8836884" y="3429000"/>
            <a:ext cx="262544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600" dirty="0"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확장된 화면 터치</a:t>
            </a:r>
            <a:r>
              <a:rPr lang="en-US" altLang="ko-KR" sz="1600" dirty="0"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/</a:t>
            </a:r>
            <a:r>
              <a:rPr lang="ko-KR" altLang="en-US" sz="1600" dirty="0"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클릭 시</a:t>
            </a:r>
            <a:endParaRPr lang="en-US" altLang="ko-KR" sz="1600" dirty="0">
              <a:latin typeface="한컴 말랑말랑 Regular" panose="020F0303000000000000" pitchFamily="50" charset="-127"/>
              <a:ea typeface="한컴 말랑말랑 Regular" panose="020F0303000000000000" pitchFamily="50" charset="-127"/>
            </a:endParaRPr>
          </a:p>
          <a:p>
            <a:r>
              <a:rPr lang="ko-KR" altLang="en-US" sz="1600" dirty="0"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해당 정보로 이동 </a:t>
            </a:r>
            <a:endParaRPr lang="en-US" altLang="ko-KR" sz="1600" dirty="0">
              <a:latin typeface="한컴 말랑말랑 Regular" panose="020F0303000000000000" pitchFamily="50" charset="-127"/>
              <a:ea typeface="한컴 말랑말랑 Regular" panose="020F0303000000000000" pitchFamily="50" charset="-127"/>
            </a:endParaRPr>
          </a:p>
        </p:txBody>
      </p:sp>
      <p:cxnSp>
        <p:nvCxnSpPr>
          <p:cNvPr id="20" name="직선 연결선 19">
            <a:extLst>
              <a:ext uri="{FF2B5EF4-FFF2-40B4-BE49-F238E27FC236}">
                <a16:creationId xmlns:a16="http://schemas.microsoft.com/office/drawing/2014/main" id="{082AD6F9-A91E-101C-5899-4526EE34BF79}"/>
              </a:ext>
            </a:extLst>
          </p:cNvPr>
          <p:cNvCxnSpPr>
            <a:cxnSpLocks/>
          </p:cNvCxnSpPr>
          <p:nvPr/>
        </p:nvCxnSpPr>
        <p:spPr>
          <a:xfrm>
            <a:off x="6551152" y="3721388"/>
            <a:ext cx="2149503" cy="0"/>
          </a:xfrm>
          <a:prstGeom prst="line">
            <a:avLst/>
          </a:prstGeom>
          <a:ln w="15875">
            <a:solidFill>
              <a:srgbClr val="FF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0" name="그룹 39">
            <a:extLst>
              <a:ext uri="{FF2B5EF4-FFF2-40B4-BE49-F238E27FC236}">
                <a16:creationId xmlns:a16="http://schemas.microsoft.com/office/drawing/2014/main" id="{51B772E4-8E7D-9815-237C-938055465FF9}"/>
              </a:ext>
            </a:extLst>
          </p:cNvPr>
          <p:cNvGrpSpPr/>
          <p:nvPr/>
        </p:nvGrpSpPr>
        <p:grpSpPr>
          <a:xfrm>
            <a:off x="4479637" y="4306453"/>
            <a:ext cx="1385454" cy="1910900"/>
            <a:chOff x="4479637" y="4306453"/>
            <a:chExt cx="3232726" cy="1910900"/>
          </a:xfrm>
        </p:grpSpPr>
        <p:sp>
          <p:nvSpPr>
            <p:cNvPr id="22" name="직사각형 21">
              <a:extLst>
                <a:ext uri="{FF2B5EF4-FFF2-40B4-BE49-F238E27FC236}">
                  <a16:creationId xmlns:a16="http://schemas.microsoft.com/office/drawing/2014/main" id="{7A22E2CB-D3F6-2614-1FF6-ADD15AA9B97F}"/>
                </a:ext>
              </a:extLst>
            </p:cNvPr>
            <p:cNvSpPr/>
            <p:nvPr/>
          </p:nvSpPr>
          <p:spPr>
            <a:xfrm>
              <a:off x="4479637" y="4306453"/>
              <a:ext cx="3232726" cy="19109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 w="28575"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grpSp>
          <p:nvGrpSpPr>
            <p:cNvPr id="27" name="그룹 26">
              <a:extLst>
                <a:ext uri="{FF2B5EF4-FFF2-40B4-BE49-F238E27FC236}">
                  <a16:creationId xmlns:a16="http://schemas.microsoft.com/office/drawing/2014/main" id="{117F18E7-9361-7DA3-E9D3-F6E27F074A14}"/>
                </a:ext>
              </a:extLst>
            </p:cNvPr>
            <p:cNvGrpSpPr/>
            <p:nvPr/>
          </p:nvGrpSpPr>
          <p:grpSpPr>
            <a:xfrm>
              <a:off x="4767118" y="5261903"/>
              <a:ext cx="2657764" cy="443346"/>
              <a:chOff x="4767118" y="5237018"/>
              <a:chExt cx="2657764" cy="443346"/>
            </a:xfrm>
          </p:grpSpPr>
          <p:cxnSp>
            <p:nvCxnSpPr>
              <p:cNvPr id="25" name="직선 연결선 24">
                <a:extLst>
                  <a:ext uri="{FF2B5EF4-FFF2-40B4-BE49-F238E27FC236}">
                    <a16:creationId xmlns:a16="http://schemas.microsoft.com/office/drawing/2014/main" id="{776779B9-1D79-EB6B-89D5-449474AA0A5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767118" y="5237018"/>
                <a:ext cx="2657764" cy="0"/>
              </a:xfrm>
              <a:prstGeom prst="line">
                <a:avLst/>
              </a:prstGeom>
              <a:ln w="25400" cap="rnd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6" name="직선 연결선 25">
                <a:extLst>
                  <a:ext uri="{FF2B5EF4-FFF2-40B4-BE49-F238E27FC236}">
                    <a16:creationId xmlns:a16="http://schemas.microsoft.com/office/drawing/2014/main" id="{90E35411-B59A-A2E6-858A-96A48A1484B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767118" y="5680364"/>
                <a:ext cx="2657764" cy="0"/>
              </a:xfrm>
              <a:prstGeom prst="line">
                <a:avLst/>
              </a:prstGeom>
              <a:ln w="25400" cap="rnd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28" name="TextBox 27">
            <a:extLst>
              <a:ext uri="{FF2B5EF4-FFF2-40B4-BE49-F238E27FC236}">
                <a16:creationId xmlns:a16="http://schemas.microsoft.com/office/drawing/2014/main" id="{87F47B44-D24B-CF8B-9D89-877FF3A2C02D}"/>
              </a:ext>
            </a:extLst>
          </p:cNvPr>
          <p:cNvSpPr txBox="1"/>
          <p:nvPr/>
        </p:nvSpPr>
        <p:spPr>
          <a:xfrm>
            <a:off x="8836884" y="4218795"/>
            <a:ext cx="2625443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600" dirty="0"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게시판 미리보기</a:t>
            </a:r>
            <a:endParaRPr lang="en-US" altLang="ko-KR" sz="1600" dirty="0">
              <a:latin typeface="한컴 말랑말랑 Regular" panose="020F0303000000000000" pitchFamily="50" charset="-127"/>
              <a:ea typeface="한컴 말랑말랑 Regular" panose="020F0303000000000000" pitchFamily="50" charset="-127"/>
            </a:endParaRPr>
          </a:p>
          <a:p>
            <a:r>
              <a:rPr lang="ko-KR" altLang="en-US" sz="1600" dirty="0"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음식 이미지들 보여주기</a:t>
            </a:r>
            <a:endParaRPr lang="en-US" altLang="ko-KR" sz="1600" dirty="0">
              <a:latin typeface="한컴 말랑말랑 Regular" panose="020F0303000000000000" pitchFamily="50" charset="-127"/>
              <a:ea typeface="한컴 말랑말랑 Regular" panose="020F0303000000000000" pitchFamily="50" charset="-127"/>
            </a:endParaRPr>
          </a:p>
          <a:p>
            <a:r>
              <a:rPr lang="ko-KR" altLang="en-US" sz="1600" dirty="0"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클릭 시 게시판 화면</a:t>
            </a:r>
            <a:endParaRPr lang="en-US" altLang="ko-KR" sz="1600" dirty="0">
              <a:latin typeface="한컴 말랑말랑 Regular" panose="020F0303000000000000" pitchFamily="50" charset="-127"/>
              <a:ea typeface="한컴 말랑말랑 Regular" panose="020F0303000000000000" pitchFamily="50" charset="-127"/>
            </a:endParaRPr>
          </a:p>
          <a:p>
            <a:r>
              <a:rPr lang="en-US" altLang="ko-KR" sz="1600" dirty="0"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#2</a:t>
            </a:r>
            <a:r>
              <a:rPr lang="ko-KR" altLang="en-US" sz="1600" dirty="0"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로 이동</a:t>
            </a:r>
            <a:endParaRPr lang="en-US" altLang="ko-KR" sz="1600" dirty="0">
              <a:latin typeface="한컴 말랑말랑 Regular" panose="020F0303000000000000" pitchFamily="50" charset="-127"/>
              <a:ea typeface="한컴 말랑말랑 Regular" panose="020F0303000000000000" pitchFamily="50" charset="-127"/>
            </a:endParaRPr>
          </a:p>
        </p:txBody>
      </p:sp>
      <p:pic>
        <p:nvPicPr>
          <p:cNvPr id="31" name="그림 30" descr="밀리의 서재">
            <a:extLst>
              <a:ext uri="{FF2B5EF4-FFF2-40B4-BE49-F238E27FC236}">
                <a16:creationId xmlns:a16="http://schemas.microsoft.com/office/drawing/2014/main" id="{3CC2D8D9-5EB7-4CEB-6594-BB2B380A386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34581" y="3549558"/>
            <a:ext cx="1313528" cy="2844225"/>
          </a:xfrm>
          <a:prstGeom prst="rect">
            <a:avLst/>
          </a:prstGeom>
          <a:ln>
            <a:solidFill>
              <a:schemeClr val="bg1">
                <a:lumMod val="65000"/>
              </a:schemeClr>
            </a:solidFill>
          </a:ln>
        </p:spPr>
      </p:pic>
      <p:sp>
        <p:nvSpPr>
          <p:cNvPr id="32" name="TextBox 31">
            <a:extLst>
              <a:ext uri="{FF2B5EF4-FFF2-40B4-BE49-F238E27FC236}">
                <a16:creationId xmlns:a16="http://schemas.microsoft.com/office/drawing/2014/main" id="{0BACB2BF-4237-FFE0-5FEA-9AB10D87D129}"/>
              </a:ext>
            </a:extLst>
          </p:cNvPr>
          <p:cNvSpPr txBox="1"/>
          <p:nvPr/>
        </p:nvSpPr>
        <p:spPr>
          <a:xfrm>
            <a:off x="2484029" y="3006258"/>
            <a:ext cx="45762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dirty="0"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ref</a:t>
            </a:r>
          </a:p>
        </p:txBody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346F63AB-3D31-1329-22E9-2F7EF36F8F48}"/>
              </a:ext>
            </a:extLst>
          </p:cNvPr>
          <p:cNvSpPr/>
          <p:nvPr/>
        </p:nvSpPr>
        <p:spPr>
          <a:xfrm>
            <a:off x="3023853" y="3769012"/>
            <a:ext cx="918379" cy="1280780"/>
          </a:xfrm>
          <a:prstGeom prst="rect">
            <a:avLst/>
          </a:prstGeom>
          <a:noFill/>
          <a:ln w="28575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5" name="타원 34">
            <a:extLst>
              <a:ext uri="{FF2B5EF4-FFF2-40B4-BE49-F238E27FC236}">
                <a16:creationId xmlns:a16="http://schemas.microsoft.com/office/drawing/2014/main" id="{6FB38569-C772-9079-1FC4-886058095CED}"/>
              </a:ext>
            </a:extLst>
          </p:cNvPr>
          <p:cNvSpPr/>
          <p:nvPr/>
        </p:nvSpPr>
        <p:spPr>
          <a:xfrm>
            <a:off x="6959453" y="703469"/>
            <a:ext cx="701390" cy="70139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28575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700" dirty="0">
                <a:solidFill>
                  <a:schemeClr val="tx1"/>
                </a:solidFill>
                <a:latin typeface="한컴 말랑말랑 Bold" panose="020F0803000000000000" pitchFamily="50" charset="-127"/>
                <a:ea typeface="한컴 말랑말랑 Bold" panose="020F0803000000000000" pitchFamily="50" charset="-127"/>
              </a:rPr>
              <a:t>Profile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B5FF3F3A-A82C-4DF5-4862-9B10611DAF7C}"/>
              </a:ext>
            </a:extLst>
          </p:cNvPr>
          <p:cNvSpPr txBox="1"/>
          <p:nvPr/>
        </p:nvSpPr>
        <p:spPr>
          <a:xfrm>
            <a:off x="8836884" y="715682"/>
            <a:ext cx="1856598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600" dirty="0"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클릭 시 </a:t>
            </a:r>
            <a:r>
              <a:rPr lang="en-US" altLang="ko-KR" sz="1600" dirty="0"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#4 </a:t>
            </a:r>
            <a:r>
              <a:rPr lang="ko-KR" altLang="en-US" sz="1600" dirty="0"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이동</a:t>
            </a:r>
            <a:endParaRPr lang="en-US" altLang="ko-KR" sz="1600" dirty="0">
              <a:latin typeface="한컴 말랑말랑 Regular" panose="020F0303000000000000" pitchFamily="50" charset="-127"/>
              <a:ea typeface="한컴 말랑말랑 Regular" panose="020F0303000000000000" pitchFamily="50" charset="-127"/>
            </a:endParaRPr>
          </a:p>
          <a:p>
            <a:r>
              <a:rPr lang="ko-KR" altLang="en-US" sz="1600" dirty="0"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본인 포스팅 </a:t>
            </a:r>
            <a:endParaRPr lang="en-US" altLang="ko-KR" sz="1600" dirty="0">
              <a:latin typeface="한컴 말랑말랑 Regular" panose="020F0303000000000000" pitchFamily="50" charset="-127"/>
              <a:ea typeface="한컴 말랑말랑 Regular" panose="020F0303000000000000" pitchFamily="50" charset="-127"/>
            </a:endParaRPr>
          </a:p>
          <a:p>
            <a:r>
              <a:rPr lang="en-US" altLang="ko-KR" sz="1600" dirty="0"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/ </a:t>
            </a:r>
            <a:r>
              <a:rPr lang="ko-KR" altLang="en-US" sz="1600" dirty="0"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내가 </a:t>
            </a:r>
            <a:r>
              <a:rPr lang="ko-KR" altLang="en-US" sz="1600" dirty="0" err="1"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찜한</a:t>
            </a:r>
            <a:r>
              <a:rPr lang="ko-KR" altLang="en-US" sz="1600" dirty="0"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 포스팅</a:t>
            </a:r>
            <a:endParaRPr lang="en-US" altLang="ko-KR" sz="1600" dirty="0">
              <a:latin typeface="한컴 말랑말랑 Regular" panose="020F0303000000000000" pitchFamily="50" charset="-127"/>
              <a:ea typeface="한컴 말랑말랑 Regular" panose="020F0303000000000000" pitchFamily="50" charset="-127"/>
            </a:endParaRPr>
          </a:p>
          <a:p>
            <a:r>
              <a:rPr lang="en-US" altLang="ko-KR" sz="1600" dirty="0"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/ </a:t>
            </a:r>
            <a:r>
              <a:rPr lang="ko-KR" altLang="en-US" sz="1600" dirty="0"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프로필 및 개인정보</a:t>
            </a:r>
            <a:endParaRPr lang="en-US" altLang="ko-KR" sz="1600" dirty="0">
              <a:latin typeface="한컴 말랑말랑 Regular" panose="020F0303000000000000" pitchFamily="50" charset="-127"/>
              <a:ea typeface="한컴 말랑말랑 Regular" panose="020F0303000000000000" pitchFamily="50" charset="-127"/>
            </a:endParaRPr>
          </a:p>
        </p:txBody>
      </p:sp>
      <p:cxnSp>
        <p:nvCxnSpPr>
          <p:cNvPr id="37" name="직선 연결선 36">
            <a:extLst>
              <a:ext uri="{FF2B5EF4-FFF2-40B4-BE49-F238E27FC236}">
                <a16:creationId xmlns:a16="http://schemas.microsoft.com/office/drawing/2014/main" id="{1BEB67FA-721F-4B63-35D2-464BC5E9C561}"/>
              </a:ext>
            </a:extLst>
          </p:cNvPr>
          <p:cNvCxnSpPr>
            <a:cxnSpLocks/>
          </p:cNvCxnSpPr>
          <p:nvPr/>
        </p:nvCxnSpPr>
        <p:spPr>
          <a:xfrm>
            <a:off x="7798666" y="1112472"/>
            <a:ext cx="901989" cy="0"/>
          </a:xfrm>
          <a:prstGeom prst="line">
            <a:avLst/>
          </a:prstGeom>
          <a:ln w="15875">
            <a:solidFill>
              <a:srgbClr val="FF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직사각형 41">
            <a:extLst>
              <a:ext uri="{FF2B5EF4-FFF2-40B4-BE49-F238E27FC236}">
                <a16:creationId xmlns:a16="http://schemas.microsoft.com/office/drawing/2014/main" id="{AE00E41A-BEC9-EC89-E90E-098B2BB340C3}"/>
              </a:ext>
            </a:extLst>
          </p:cNvPr>
          <p:cNvSpPr/>
          <p:nvPr/>
        </p:nvSpPr>
        <p:spPr>
          <a:xfrm>
            <a:off x="5986520" y="4326084"/>
            <a:ext cx="1725844" cy="1891263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28575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29" name="직선 연결선 28">
            <a:extLst>
              <a:ext uri="{FF2B5EF4-FFF2-40B4-BE49-F238E27FC236}">
                <a16:creationId xmlns:a16="http://schemas.microsoft.com/office/drawing/2014/main" id="{60F8DB01-66C0-02FA-E3B9-378CF35E4144}"/>
              </a:ext>
            </a:extLst>
          </p:cNvPr>
          <p:cNvCxnSpPr>
            <a:cxnSpLocks/>
          </p:cNvCxnSpPr>
          <p:nvPr/>
        </p:nvCxnSpPr>
        <p:spPr>
          <a:xfrm>
            <a:off x="5671127" y="4511183"/>
            <a:ext cx="3029528" cy="0"/>
          </a:xfrm>
          <a:prstGeom prst="line">
            <a:avLst/>
          </a:prstGeom>
          <a:ln w="15875">
            <a:solidFill>
              <a:srgbClr val="FF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TextBox 42">
            <a:extLst>
              <a:ext uri="{FF2B5EF4-FFF2-40B4-BE49-F238E27FC236}">
                <a16:creationId xmlns:a16="http://schemas.microsoft.com/office/drawing/2014/main" id="{DCA1D4BA-FE25-7654-BABB-888E0A9D32DF}"/>
              </a:ext>
            </a:extLst>
          </p:cNvPr>
          <p:cNvSpPr txBox="1"/>
          <p:nvPr/>
        </p:nvSpPr>
        <p:spPr>
          <a:xfrm>
            <a:off x="6511850" y="4409402"/>
            <a:ext cx="6751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dirty="0">
                <a:latin typeface="한컴 말랑말랑 Bold" panose="020F0803000000000000" pitchFamily="50" charset="-127"/>
                <a:ea typeface="한컴 말랑말랑 Bold" panose="020F0803000000000000" pitchFamily="50" charset="-127"/>
              </a:rPr>
              <a:t>map</a:t>
            </a:r>
            <a:endParaRPr lang="ko-KR" altLang="en-US" dirty="0">
              <a:latin typeface="한컴 말랑말랑 Bold" panose="020F0803000000000000" pitchFamily="50" charset="-127"/>
              <a:ea typeface="한컴 말랑말랑 Bold" panose="020F0803000000000000" pitchFamily="50" charset="-127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E410E91B-EB84-3F5A-436A-1B7D7DEA6748}"/>
              </a:ext>
            </a:extLst>
          </p:cNvPr>
          <p:cNvSpPr txBox="1"/>
          <p:nvPr/>
        </p:nvSpPr>
        <p:spPr>
          <a:xfrm>
            <a:off x="8836884" y="5562786"/>
            <a:ext cx="262544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600" dirty="0"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지도</a:t>
            </a:r>
            <a:r>
              <a:rPr lang="en-US" altLang="ko-KR" sz="1600" dirty="0"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 </a:t>
            </a:r>
            <a:r>
              <a:rPr lang="ko-KR" altLang="en-US" sz="1600" dirty="0"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게시판 이동</a:t>
            </a:r>
            <a:endParaRPr lang="en-US" altLang="ko-KR" sz="1600" dirty="0">
              <a:latin typeface="한컴 말랑말랑 Regular" panose="020F0303000000000000" pitchFamily="50" charset="-127"/>
              <a:ea typeface="한컴 말랑말랑 Regular" panose="020F0303000000000000" pitchFamily="50" charset="-127"/>
            </a:endParaRPr>
          </a:p>
          <a:p>
            <a:r>
              <a:rPr lang="ko-KR" altLang="en-US" sz="1600" dirty="0"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클릭 시 맛집 지도로 이동</a:t>
            </a:r>
            <a:endParaRPr lang="en-US" altLang="ko-KR" sz="1600" dirty="0">
              <a:latin typeface="한컴 말랑말랑 Regular" panose="020F0303000000000000" pitchFamily="50" charset="-127"/>
              <a:ea typeface="한컴 말랑말랑 Regular" panose="020F0303000000000000" pitchFamily="50" charset="-127"/>
            </a:endParaRPr>
          </a:p>
          <a:p>
            <a:r>
              <a:rPr lang="en-US" altLang="ko-KR" sz="1600" dirty="0"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#3</a:t>
            </a:r>
            <a:r>
              <a:rPr lang="ko-KR" altLang="en-US" sz="1600" dirty="0"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로 이동</a:t>
            </a:r>
            <a:endParaRPr lang="en-US" altLang="ko-KR" sz="1600" dirty="0">
              <a:latin typeface="한컴 말랑말랑 Regular" panose="020F0303000000000000" pitchFamily="50" charset="-127"/>
              <a:ea typeface="한컴 말랑말랑 Regular" panose="020F0303000000000000" pitchFamily="50" charset="-127"/>
            </a:endParaRPr>
          </a:p>
        </p:txBody>
      </p:sp>
      <p:cxnSp>
        <p:nvCxnSpPr>
          <p:cNvPr id="45" name="직선 연결선 44">
            <a:extLst>
              <a:ext uri="{FF2B5EF4-FFF2-40B4-BE49-F238E27FC236}">
                <a16:creationId xmlns:a16="http://schemas.microsoft.com/office/drawing/2014/main" id="{2C27F146-20DC-0C0C-2A51-F40D6B77E68E}"/>
              </a:ext>
            </a:extLst>
          </p:cNvPr>
          <p:cNvCxnSpPr>
            <a:cxnSpLocks/>
          </p:cNvCxnSpPr>
          <p:nvPr/>
        </p:nvCxnSpPr>
        <p:spPr>
          <a:xfrm>
            <a:off x="7536873" y="5855174"/>
            <a:ext cx="1163782" cy="0"/>
          </a:xfrm>
          <a:prstGeom prst="line">
            <a:avLst/>
          </a:prstGeom>
          <a:ln w="15875">
            <a:solidFill>
              <a:srgbClr val="FF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8" name="그림 47">
            <a:extLst>
              <a:ext uri="{FF2B5EF4-FFF2-40B4-BE49-F238E27FC236}">
                <a16:creationId xmlns:a16="http://schemas.microsoft.com/office/drawing/2014/main" id="{1D20B2C7-BB05-AE5B-29AB-0BC13CEBF34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82202" y="4928001"/>
            <a:ext cx="1134480" cy="1134480"/>
          </a:xfrm>
          <a:prstGeom prst="rect">
            <a:avLst/>
          </a:prstGeom>
        </p:spPr>
      </p:pic>
      <p:sp>
        <p:nvSpPr>
          <p:cNvPr id="50" name="TextBox 49">
            <a:extLst>
              <a:ext uri="{FF2B5EF4-FFF2-40B4-BE49-F238E27FC236}">
                <a16:creationId xmlns:a16="http://schemas.microsoft.com/office/drawing/2014/main" id="{4CE53CC1-E7DD-6256-AEEE-3826923A59BF}"/>
              </a:ext>
            </a:extLst>
          </p:cNvPr>
          <p:cNvSpPr txBox="1"/>
          <p:nvPr/>
        </p:nvSpPr>
        <p:spPr>
          <a:xfrm>
            <a:off x="4925341" y="4409402"/>
            <a:ext cx="4940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dirty="0">
                <a:latin typeface="한컴 말랑말랑 Bold" panose="020F0803000000000000" pitchFamily="50" charset="-127"/>
                <a:ea typeface="한컴 말랑말랑 Bold" panose="020F0803000000000000" pitchFamily="50" charset="-127"/>
              </a:rPr>
              <a:t>list</a:t>
            </a:r>
            <a:endParaRPr lang="ko-KR" altLang="en-US" dirty="0">
              <a:latin typeface="한컴 말랑말랑 Bold" panose="020F0803000000000000" pitchFamily="50" charset="-127"/>
              <a:ea typeface="한컴 말랑말랑 Bold" panose="020F0803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07776793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408986-4F24-9BD4-BDD0-0E4D9AF89E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5506A71D-52B6-E8A6-29C2-CAE8F9110F20}"/>
              </a:ext>
            </a:extLst>
          </p:cNvPr>
          <p:cNvSpPr/>
          <p:nvPr/>
        </p:nvSpPr>
        <p:spPr>
          <a:xfrm>
            <a:off x="4345709" y="477982"/>
            <a:ext cx="3500582" cy="5902036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C47E3FE-3BFD-A384-05C6-95151E34FE4B}"/>
              </a:ext>
            </a:extLst>
          </p:cNvPr>
          <p:cNvSpPr txBox="1"/>
          <p:nvPr/>
        </p:nvSpPr>
        <p:spPr>
          <a:xfrm>
            <a:off x="157018" y="127123"/>
            <a:ext cx="19496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한컴 말랑말랑 Bold" panose="020F0803000000000000" pitchFamily="50" charset="-127"/>
                <a:ea typeface="한컴 말랑말랑 Bold" panose="020F0803000000000000" pitchFamily="50" charset="-127"/>
                <a:cs typeface="+mn-cs"/>
              </a:rPr>
              <a:t>#2.</a:t>
            </a:r>
            <a:r>
              <a: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한컴 말랑말랑 Bold" panose="020F0803000000000000" pitchFamily="50" charset="-127"/>
                <a:ea typeface="한컴 말랑말랑 Bold" panose="020F0803000000000000" pitchFamily="50" charset="-127"/>
                <a:cs typeface="+mn-cs"/>
              </a:rPr>
              <a:t> </a:t>
            </a: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한컴 말랑말랑 Bold" panose="020F0803000000000000" pitchFamily="50" charset="-127"/>
                <a:ea typeface="한컴 말랑말랑 Bold" panose="020F0803000000000000" pitchFamily="50" charset="-127"/>
                <a:cs typeface="+mn-cs"/>
              </a:rPr>
              <a:t>contents list</a:t>
            </a: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한컴 말랑말랑 Bold" panose="020F0803000000000000" pitchFamily="50" charset="-127"/>
              <a:ea typeface="한컴 말랑말랑 Bold" panose="020F0803000000000000" pitchFamily="50" charset="-127"/>
              <a:cs typeface="+mn-cs"/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1D2CA7B7-42B5-163E-CB2B-1C8F59067D40}"/>
              </a:ext>
            </a:extLst>
          </p:cNvPr>
          <p:cNvSpPr/>
          <p:nvPr/>
        </p:nvSpPr>
        <p:spPr>
          <a:xfrm>
            <a:off x="4470401" y="2070101"/>
            <a:ext cx="3251199" cy="1283854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28575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BB4B1D98-17C2-9260-9E5B-FDAB63D0831B}"/>
              </a:ext>
            </a:extLst>
          </p:cNvPr>
          <p:cNvSpPr/>
          <p:nvPr/>
        </p:nvSpPr>
        <p:spPr>
          <a:xfrm>
            <a:off x="4470401" y="3504046"/>
            <a:ext cx="3251199" cy="1283854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28575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BB905F19-0793-9200-F14C-0326BFCA1C0B}"/>
              </a:ext>
            </a:extLst>
          </p:cNvPr>
          <p:cNvSpPr/>
          <p:nvPr/>
        </p:nvSpPr>
        <p:spPr>
          <a:xfrm>
            <a:off x="4470401" y="4937991"/>
            <a:ext cx="3251199" cy="1283854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28575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B77BC286-25AE-F6D4-3ECB-F8CD8530529A}"/>
              </a:ext>
            </a:extLst>
          </p:cNvPr>
          <p:cNvSpPr/>
          <p:nvPr/>
        </p:nvSpPr>
        <p:spPr>
          <a:xfrm>
            <a:off x="4593648" y="2227120"/>
            <a:ext cx="883515" cy="959426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28575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533B53D8-584A-0255-09F6-D295C11522C8}"/>
              </a:ext>
            </a:extLst>
          </p:cNvPr>
          <p:cNvSpPr/>
          <p:nvPr/>
        </p:nvSpPr>
        <p:spPr>
          <a:xfrm>
            <a:off x="4593648" y="3666260"/>
            <a:ext cx="883515" cy="959426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28575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4BD4A25D-A5D0-38FE-DC7D-66E3B81085A2}"/>
              </a:ext>
            </a:extLst>
          </p:cNvPr>
          <p:cNvSpPr/>
          <p:nvPr/>
        </p:nvSpPr>
        <p:spPr>
          <a:xfrm>
            <a:off x="4593648" y="5100205"/>
            <a:ext cx="883515" cy="959426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28575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140F59F-82F5-EF42-95F8-F65A8C7476B5}"/>
              </a:ext>
            </a:extLst>
          </p:cNvPr>
          <p:cNvSpPr txBox="1"/>
          <p:nvPr/>
        </p:nvSpPr>
        <p:spPr>
          <a:xfrm>
            <a:off x="5564908" y="2227120"/>
            <a:ext cx="206894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600" dirty="0">
                <a:latin typeface="한컴 말랑말랑 Bold" panose="020F0803000000000000" pitchFamily="50" charset="-127"/>
                <a:ea typeface="한컴 말랑말랑 Bold" panose="020F0803000000000000" pitchFamily="50" charset="-127"/>
              </a:rPr>
              <a:t>두부 </a:t>
            </a:r>
            <a:r>
              <a:rPr lang="ko-KR" altLang="en-US" sz="1600" dirty="0" err="1">
                <a:latin typeface="한컴 말랑말랑 Bold" panose="020F0803000000000000" pitchFamily="50" charset="-127"/>
                <a:ea typeface="한컴 말랑말랑 Bold" panose="020F0803000000000000" pitchFamily="50" charset="-127"/>
              </a:rPr>
              <a:t>글레이즈드넛</a:t>
            </a:r>
            <a:endParaRPr lang="ko-KR" altLang="en-US" sz="1600" dirty="0">
              <a:latin typeface="한컴 말랑말랑 Bold" panose="020F0803000000000000" pitchFamily="50" charset="-127"/>
              <a:ea typeface="한컴 말랑말랑 Bold" panose="020F0803000000000000" pitchFamily="50" charset="-127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83C6FAE6-564A-CA63-9826-C7300E32F9F9}"/>
              </a:ext>
            </a:extLst>
          </p:cNvPr>
          <p:cNvSpPr txBox="1"/>
          <p:nvPr/>
        </p:nvSpPr>
        <p:spPr>
          <a:xfrm>
            <a:off x="5564908" y="3681799"/>
            <a:ext cx="206894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600" dirty="0" err="1"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녹차라떼</a:t>
            </a:r>
            <a:endParaRPr lang="ko-KR" altLang="en-US" sz="1600" dirty="0">
              <a:latin typeface="한컴 말랑말랑 Regular" panose="020F0303000000000000" pitchFamily="50" charset="-127"/>
              <a:ea typeface="한컴 말랑말랑 Regular" panose="020F0303000000000000" pitchFamily="50" charset="-127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74D533CE-FD5D-4B0B-BCD9-BF4B5D543E63}"/>
              </a:ext>
            </a:extLst>
          </p:cNvPr>
          <p:cNvSpPr txBox="1"/>
          <p:nvPr/>
        </p:nvSpPr>
        <p:spPr>
          <a:xfrm>
            <a:off x="5564908" y="5100205"/>
            <a:ext cx="206894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600" dirty="0" err="1"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핵불닭</a:t>
            </a:r>
            <a:r>
              <a:rPr lang="ko-KR" altLang="en-US" sz="1600" dirty="0"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 </a:t>
            </a:r>
            <a:r>
              <a:rPr lang="ko-KR" altLang="en-US" sz="1600" dirty="0" err="1"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와사비</a:t>
            </a:r>
            <a:r>
              <a:rPr lang="ko-KR" altLang="en-US" sz="1600" dirty="0"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 토스트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556733F2-2603-C224-F8D1-A8D7C2851237}"/>
              </a:ext>
            </a:extLst>
          </p:cNvPr>
          <p:cNvSpPr txBox="1"/>
          <p:nvPr/>
        </p:nvSpPr>
        <p:spPr>
          <a:xfrm>
            <a:off x="5564908" y="2560159"/>
            <a:ext cx="206894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100" dirty="0" err="1"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노티드</a:t>
            </a:r>
            <a:r>
              <a:rPr lang="ko-KR" altLang="en-US" sz="1100" dirty="0"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 </a:t>
            </a:r>
            <a:r>
              <a:rPr lang="ko-KR" altLang="en-US" sz="1100" dirty="0" err="1"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신림점</a:t>
            </a:r>
            <a:endParaRPr lang="ko-KR" altLang="en-US" sz="1100" dirty="0">
              <a:latin typeface="한컴 말랑말랑 Regular" panose="020F0303000000000000" pitchFamily="50" charset="-127"/>
              <a:ea typeface="한컴 말랑말랑 Regular" panose="020F0303000000000000" pitchFamily="50" charset="-127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F2BA3023-3448-DD94-0791-39AC46294C75}"/>
              </a:ext>
            </a:extLst>
          </p:cNvPr>
          <p:cNvSpPr txBox="1"/>
          <p:nvPr/>
        </p:nvSpPr>
        <p:spPr>
          <a:xfrm>
            <a:off x="5564908" y="4019481"/>
            <a:ext cx="171334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 dirty="0"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00</a:t>
            </a:r>
            <a:r>
              <a:rPr lang="ko-KR" altLang="en-US" sz="1100" dirty="0"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카페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1F163CAB-8838-D912-D7F6-85DFE41B1166}"/>
              </a:ext>
            </a:extLst>
          </p:cNvPr>
          <p:cNvSpPr txBox="1"/>
          <p:nvPr/>
        </p:nvSpPr>
        <p:spPr>
          <a:xfrm>
            <a:off x="5564908" y="5437887"/>
            <a:ext cx="195349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 dirty="0"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XX</a:t>
            </a:r>
            <a:r>
              <a:rPr lang="ko-KR" altLang="en-US" sz="1100" dirty="0"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베이커리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CB6C79D2-2092-AF4A-4383-F1D5E806565F}"/>
              </a:ext>
            </a:extLst>
          </p:cNvPr>
          <p:cNvSpPr txBox="1"/>
          <p:nvPr/>
        </p:nvSpPr>
        <p:spPr>
          <a:xfrm>
            <a:off x="5564908" y="2971860"/>
            <a:ext cx="206894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 dirty="0"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Like : 00  View : 00</a:t>
            </a:r>
            <a:endParaRPr lang="ko-KR" altLang="en-US" sz="1100" dirty="0">
              <a:latin typeface="한컴 말랑말랑 Regular" panose="020F0303000000000000" pitchFamily="50" charset="-127"/>
              <a:ea typeface="한컴 말랑말랑 Regular" panose="020F0303000000000000" pitchFamily="50" charset="-127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E262AF46-054D-4645-AEB9-C9E072E1A1A5}"/>
              </a:ext>
            </a:extLst>
          </p:cNvPr>
          <p:cNvSpPr txBox="1"/>
          <p:nvPr/>
        </p:nvSpPr>
        <p:spPr>
          <a:xfrm>
            <a:off x="5564908" y="4376735"/>
            <a:ext cx="206894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 dirty="0"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Like : 00  View : 00</a:t>
            </a:r>
            <a:endParaRPr lang="ko-KR" altLang="en-US" sz="1100" dirty="0">
              <a:latin typeface="한컴 말랑말랑 Regular" panose="020F0303000000000000" pitchFamily="50" charset="-127"/>
              <a:ea typeface="한컴 말랑말랑 Regular" panose="020F0303000000000000" pitchFamily="50" charset="-127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A4348DCF-F6DB-84F7-B602-6868E8DCAF35}"/>
              </a:ext>
            </a:extLst>
          </p:cNvPr>
          <p:cNvSpPr txBox="1"/>
          <p:nvPr/>
        </p:nvSpPr>
        <p:spPr>
          <a:xfrm>
            <a:off x="5564908" y="5828565"/>
            <a:ext cx="206894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 dirty="0"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Like : 00  View : 00</a:t>
            </a:r>
            <a:endParaRPr lang="ko-KR" altLang="en-US" sz="1100" dirty="0">
              <a:latin typeface="한컴 말랑말랑 Regular" panose="020F0303000000000000" pitchFamily="50" charset="-127"/>
              <a:ea typeface="한컴 말랑말랑 Regular" panose="020F0303000000000000" pitchFamily="50" charset="-127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ADB41C80-6F24-8CA8-E3EA-7B02F1F1A689}"/>
              </a:ext>
            </a:extLst>
          </p:cNvPr>
          <p:cNvSpPr txBox="1"/>
          <p:nvPr/>
        </p:nvSpPr>
        <p:spPr>
          <a:xfrm>
            <a:off x="8836884" y="2355549"/>
            <a:ext cx="282864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600" dirty="0"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클릭 시 </a:t>
            </a:r>
            <a:r>
              <a:rPr lang="en-US" altLang="ko-KR" sz="1600" dirty="0"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#2-1 </a:t>
            </a:r>
            <a:r>
              <a:rPr lang="ko-KR" altLang="en-US" sz="1600" dirty="0"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이동</a:t>
            </a:r>
            <a:endParaRPr lang="en-US" altLang="ko-KR" sz="1600" dirty="0">
              <a:latin typeface="한컴 말랑말랑 Regular" panose="020F0303000000000000" pitchFamily="50" charset="-127"/>
              <a:ea typeface="한컴 말랑말랑 Regular" panose="020F0303000000000000" pitchFamily="50" charset="-127"/>
            </a:endParaRPr>
          </a:p>
          <a:p>
            <a:r>
              <a:rPr lang="ko-KR" altLang="en-US" sz="1600" dirty="0"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좌측 음식 이미지 미리보기</a:t>
            </a:r>
            <a:endParaRPr lang="en-US" altLang="ko-KR" sz="1600" dirty="0">
              <a:latin typeface="한컴 말랑말랑 Regular" panose="020F0303000000000000" pitchFamily="50" charset="-127"/>
              <a:ea typeface="한컴 말랑말랑 Regular" panose="020F0303000000000000" pitchFamily="50" charset="-127"/>
            </a:endParaRPr>
          </a:p>
          <a:p>
            <a:r>
              <a:rPr lang="en-US" altLang="ko-KR" sz="1600" dirty="0"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Like / view </a:t>
            </a:r>
            <a:r>
              <a:rPr lang="ko-KR" altLang="en-US" sz="1600" dirty="0" err="1"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플래티콘</a:t>
            </a:r>
            <a:r>
              <a:rPr lang="ko-KR" altLang="en-US" sz="1600" dirty="0"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 활용</a:t>
            </a:r>
            <a:endParaRPr lang="en-US" altLang="ko-KR" sz="1600" dirty="0">
              <a:latin typeface="한컴 말랑말랑 Regular" panose="020F0303000000000000" pitchFamily="50" charset="-127"/>
              <a:ea typeface="한컴 말랑말랑 Regular" panose="020F0303000000000000" pitchFamily="50" charset="-127"/>
            </a:endParaRPr>
          </a:p>
        </p:txBody>
      </p:sp>
      <p:cxnSp>
        <p:nvCxnSpPr>
          <p:cNvPr id="27" name="직선 연결선 26">
            <a:extLst>
              <a:ext uri="{FF2B5EF4-FFF2-40B4-BE49-F238E27FC236}">
                <a16:creationId xmlns:a16="http://schemas.microsoft.com/office/drawing/2014/main" id="{C8A34C7D-FB5A-61A8-F3DB-099E8563F83C}"/>
              </a:ext>
            </a:extLst>
          </p:cNvPr>
          <p:cNvCxnSpPr>
            <a:cxnSpLocks/>
          </p:cNvCxnSpPr>
          <p:nvPr/>
        </p:nvCxnSpPr>
        <p:spPr>
          <a:xfrm>
            <a:off x="7798666" y="2752339"/>
            <a:ext cx="901989" cy="0"/>
          </a:xfrm>
          <a:prstGeom prst="line">
            <a:avLst/>
          </a:prstGeom>
          <a:ln w="15875">
            <a:solidFill>
              <a:srgbClr val="FF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TextBox 28">
            <a:extLst>
              <a:ext uri="{FF2B5EF4-FFF2-40B4-BE49-F238E27FC236}">
                <a16:creationId xmlns:a16="http://schemas.microsoft.com/office/drawing/2014/main" id="{36DFC12A-C83E-2A7D-129B-1294EF85ECC3}"/>
              </a:ext>
            </a:extLst>
          </p:cNvPr>
          <p:cNvSpPr txBox="1"/>
          <p:nvPr/>
        </p:nvSpPr>
        <p:spPr>
          <a:xfrm>
            <a:off x="4482206" y="637697"/>
            <a:ext cx="206894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 dirty="0">
                <a:latin typeface="한컴 말랑말랑 Bold" panose="020F0803000000000000" pitchFamily="50" charset="-127"/>
                <a:ea typeface="한컴 말랑말랑 Bold" panose="020F0803000000000000" pitchFamily="50" charset="-127"/>
              </a:rPr>
              <a:t>현재 게시판</a:t>
            </a:r>
            <a:endParaRPr lang="en-US" altLang="ko-KR" sz="2400" dirty="0">
              <a:latin typeface="한컴 말랑말랑 Bold" panose="020F0803000000000000" pitchFamily="50" charset="-127"/>
              <a:ea typeface="한컴 말랑말랑 Bold" panose="020F0803000000000000" pitchFamily="50" charset="-127"/>
            </a:endParaRPr>
          </a:p>
          <a:p>
            <a:r>
              <a:rPr lang="ko-KR" altLang="en-US" sz="2400" dirty="0">
                <a:latin typeface="한컴 말랑말랑 Bold" panose="020F0803000000000000" pitchFamily="50" charset="-127"/>
                <a:ea typeface="한컴 말랑말랑 Bold" panose="020F0803000000000000" pitchFamily="50" charset="-127"/>
              </a:rPr>
              <a:t>안내 및 이름</a:t>
            </a:r>
          </a:p>
        </p:txBody>
      </p:sp>
      <p:pic>
        <p:nvPicPr>
          <p:cNvPr id="31" name="그림 30">
            <a:extLst>
              <a:ext uri="{FF2B5EF4-FFF2-40B4-BE49-F238E27FC236}">
                <a16:creationId xmlns:a16="http://schemas.microsoft.com/office/drawing/2014/main" id="{CC07414B-1ECE-ECF1-BE59-1AAB302139B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36884" y="3423635"/>
            <a:ext cx="485250" cy="485250"/>
          </a:xfrm>
          <a:prstGeom prst="rect">
            <a:avLst/>
          </a:prstGeom>
        </p:spPr>
      </p:pic>
      <p:pic>
        <p:nvPicPr>
          <p:cNvPr id="33" name="그림 32">
            <a:extLst>
              <a:ext uri="{FF2B5EF4-FFF2-40B4-BE49-F238E27FC236}">
                <a16:creationId xmlns:a16="http://schemas.microsoft.com/office/drawing/2014/main" id="{1575E33D-2356-C394-9ECD-3F84F38B88C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65183" y="3320630"/>
            <a:ext cx="722338" cy="722338"/>
          </a:xfrm>
          <a:prstGeom prst="rect">
            <a:avLst/>
          </a:prstGeom>
        </p:spPr>
      </p:pic>
      <p:sp>
        <p:nvSpPr>
          <p:cNvPr id="35" name="직사각형 34">
            <a:extLst>
              <a:ext uri="{FF2B5EF4-FFF2-40B4-BE49-F238E27FC236}">
                <a16:creationId xmlns:a16="http://schemas.microsoft.com/office/drawing/2014/main" id="{B3EAC1C2-375D-DF52-99DE-B5C53BB20091}"/>
              </a:ext>
            </a:extLst>
          </p:cNvPr>
          <p:cNvSpPr/>
          <p:nvPr/>
        </p:nvSpPr>
        <p:spPr>
          <a:xfrm>
            <a:off x="4462321" y="1606745"/>
            <a:ext cx="1786080" cy="34287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28575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37" name="그림 36">
            <a:extLst>
              <a:ext uri="{FF2B5EF4-FFF2-40B4-BE49-F238E27FC236}">
                <a16:creationId xmlns:a16="http://schemas.microsoft.com/office/drawing/2014/main" id="{8218FF57-2C15-D527-D651-978824E6EEC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79772" y="1667436"/>
            <a:ext cx="232455" cy="232455"/>
          </a:xfrm>
          <a:prstGeom prst="rect">
            <a:avLst/>
          </a:prstGeom>
        </p:spPr>
      </p:pic>
      <p:sp>
        <p:nvSpPr>
          <p:cNvPr id="38" name="TextBox 37">
            <a:extLst>
              <a:ext uri="{FF2B5EF4-FFF2-40B4-BE49-F238E27FC236}">
                <a16:creationId xmlns:a16="http://schemas.microsoft.com/office/drawing/2014/main" id="{837A8F22-9E77-5D2A-523C-9EBE97EC6020}"/>
              </a:ext>
            </a:extLst>
          </p:cNvPr>
          <p:cNvSpPr txBox="1"/>
          <p:nvPr/>
        </p:nvSpPr>
        <p:spPr>
          <a:xfrm>
            <a:off x="1356051" y="1384284"/>
            <a:ext cx="203773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600" dirty="0" err="1"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검색창</a:t>
            </a:r>
            <a:r>
              <a:rPr lang="ko-KR" altLang="en-US" sz="1600" dirty="0"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 기능</a:t>
            </a:r>
            <a:endParaRPr lang="en-US" altLang="ko-KR" sz="1600" dirty="0">
              <a:latin typeface="한컴 말랑말랑 Regular" panose="020F0303000000000000" pitchFamily="50" charset="-127"/>
              <a:ea typeface="한컴 말랑말랑 Regular" panose="020F0303000000000000" pitchFamily="50" charset="-127"/>
            </a:endParaRPr>
          </a:p>
          <a:p>
            <a:r>
              <a:rPr lang="ko-KR" altLang="en-US" sz="1600" dirty="0"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이름에 따른 </a:t>
            </a:r>
            <a:r>
              <a:rPr lang="en-US" altLang="ko-KR" sz="1600" dirty="0"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#2-1 </a:t>
            </a:r>
            <a:r>
              <a:rPr lang="ko-KR" altLang="en-US" sz="1600" dirty="0"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이동</a:t>
            </a:r>
            <a:endParaRPr lang="en-US" altLang="ko-KR" sz="1600" dirty="0">
              <a:latin typeface="한컴 말랑말랑 Regular" panose="020F0303000000000000" pitchFamily="50" charset="-127"/>
              <a:ea typeface="한컴 말랑말랑 Regular" panose="020F0303000000000000" pitchFamily="50" charset="-127"/>
            </a:endParaRPr>
          </a:p>
        </p:txBody>
      </p:sp>
      <p:cxnSp>
        <p:nvCxnSpPr>
          <p:cNvPr id="39" name="직선 연결선 38">
            <a:extLst>
              <a:ext uri="{FF2B5EF4-FFF2-40B4-BE49-F238E27FC236}">
                <a16:creationId xmlns:a16="http://schemas.microsoft.com/office/drawing/2014/main" id="{58E7B2CB-1F9A-92C3-BAF6-9B33FE856667}"/>
              </a:ext>
            </a:extLst>
          </p:cNvPr>
          <p:cNvCxnSpPr>
            <a:cxnSpLocks/>
          </p:cNvCxnSpPr>
          <p:nvPr/>
        </p:nvCxnSpPr>
        <p:spPr>
          <a:xfrm>
            <a:off x="3443720" y="1792900"/>
            <a:ext cx="901989" cy="0"/>
          </a:xfrm>
          <a:prstGeom prst="line">
            <a:avLst/>
          </a:prstGeom>
          <a:ln w="15875">
            <a:solidFill>
              <a:srgbClr val="FF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TextBox 43">
            <a:extLst>
              <a:ext uri="{FF2B5EF4-FFF2-40B4-BE49-F238E27FC236}">
                <a16:creationId xmlns:a16="http://schemas.microsoft.com/office/drawing/2014/main" id="{97968A68-EC4B-D2D4-27DD-7729CF6F9F4C}"/>
              </a:ext>
            </a:extLst>
          </p:cNvPr>
          <p:cNvSpPr txBox="1"/>
          <p:nvPr/>
        </p:nvSpPr>
        <p:spPr>
          <a:xfrm>
            <a:off x="8836884" y="668472"/>
            <a:ext cx="147187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600" dirty="0"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클릭 시 </a:t>
            </a:r>
            <a:r>
              <a:rPr lang="en-US" altLang="ko-KR" sz="1600" dirty="0"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#1 </a:t>
            </a:r>
            <a:r>
              <a:rPr lang="ko-KR" altLang="en-US" sz="1600" dirty="0"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이동</a:t>
            </a:r>
            <a:endParaRPr lang="en-US" altLang="ko-KR" sz="1600" dirty="0">
              <a:latin typeface="한컴 말랑말랑 Regular" panose="020F0303000000000000" pitchFamily="50" charset="-127"/>
              <a:ea typeface="한컴 말랑말랑 Regular" panose="020F0303000000000000" pitchFamily="50" charset="-127"/>
            </a:endParaRPr>
          </a:p>
        </p:txBody>
      </p:sp>
      <p:cxnSp>
        <p:nvCxnSpPr>
          <p:cNvPr id="45" name="직선 연결선 44">
            <a:extLst>
              <a:ext uri="{FF2B5EF4-FFF2-40B4-BE49-F238E27FC236}">
                <a16:creationId xmlns:a16="http://schemas.microsoft.com/office/drawing/2014/main" id="{751A4D36-17A4-20B9-B5F4-D7D8C74D6261}"/>
              </a:ext>
            </a:extLst>
          </p:cNvPr>
          <p:cNvCxnSpPr>
            <a:cxnSpLocks/>
          </p:cNvCxnSpPr>
          <p:nvPr/>
        </p:nvCxnSpPr>
        <p:spPr>
          <a:xfrm>
            <a:off x="7721600" y="837749"/>
            <a:ext cx="979055" cy="0"/>
          </a:xfrm>
          <a:prstGeom prst="line">
            <a:avLst/>
          </a:prstGeom>
          <a:ln w="15875">
            <a:solidFill>
              <a:srgbClr val="FF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이등변 삼각형 45">
            <a:extLst>
              <a:ext uri="{FF2B5EF4-FFF2-40B4-BE49-F238E27FC236}">
                <a16:creationId xmlns:a16="http://schemas.microsoft.com/office/drawing/2014/main" id="{14EE890C-EE10-0093-CBAA-6384680F2F1E}"/>
              </a:ext>
            </a:extLst>
          </p:cNvPr>
          <p:cNvSpPr/>
          <p:nvPr/>
        </p:nvSpPr>
        <p:spPr>
          <a:xfrm rot="16200000">
            <a:off x="7215268" y="686998"/>
            <a:ext cx="419250" cy="361422"/>
          </a:xfrm>
          <a:prstGeom prst="triangle">
            <a:avLst/>
          </a:prstGeom>
          <a:solidFill>
            <a:schemeClr val="accent1">
              <a:lumMod val="20000"/>
              <a:lumOff val="80000"/>
            </a:schemeClr>
          </a:solidFill>
          <a:ln w="28575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969B75FD-68DA-E7EE-D9A5-41652B7AE301}"/>
              </a:ext>
            </a:extLst>
          </p:cNvPr>
          <p:cNvSpPr txBox="1"/>
          <p:nvPr/>
        </p:nvSpPr>
        <p:spPr>
          <a:xfrm>
            <a:off x="8836884" y="5407109"/>
            <a:ext cx="282864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600" dirty="0"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게시글 수에 따라 화면</a:t>
            </a:r>
            <a:endParaRPr lang="en-US" altLang="ko-KR" sz="1600" dirty="0">
              <a:latin typeface="한컴 말랑말랑 Regular" panose="020F0303000000000000" pitchFamily="50" charset="-127"/>
              <a:ea typeface="한컴 말랑말랑 Regular" panose="020F0303000000000000" pitchFamily="50" charset="-127"/>
            </a:endParaRPr>
          </a:p>
          <a:p>
            <a:r>
              <a:rPr lang="en-US" altLang="ko-KR" sz="1600" dirty="0"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Height </a:t>
            </a:r>
            <a:r>
              <a:rPr lang="ko-KR" altLang="en-US" sz="1600" dirty="0"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가 늘어난다</a:t>
            </a:r>
            <a:endParaRPr lang="en-US" altLang="ko-KR" sz="1600" dirty="0">
              <a:latin typeface="한컴 말랑말랑 Regular" panose="020F0303000000000000" pitchFamily="50" charset="-127"/>
              <a:ea typeface="한컴 말랑말랑 Regular" panose="020F0303000000000000" pitchFamily="50" charset="-127"/>
            </a:endParaRPr>
          </a:p>
        </p:txBody>
      </p:sp>
      <p:cxnSp>
        <p:nvCxnSpPr>
          <p:cNvPr id="48" name="직선 연결선 47">
            <a:extLst>
              <a:ext uri="{FF2B5EF4-FFF2-40B4-BE49-F238E27FC236}">
                <a16:creationId xmlns:a16="http://schemas.microsoft.com/office/drawing/2014/main" id="{70E609E4-F703-A2F1-0D2C-3684E650A347}"/>
              </a:ext>
            </a:extLst>
          </p:cNvPr>
          <p:cNvCxnSpPr>
            <a:cxnSpLocks/>
          </p:cNvCxnSpPr>
          <p:nvPr/>
        </p:nvCxnSpPr>
        <p:spPr>
          <a:xfrm>
            <a:off x="7798666" y="5680788"/>
            <a:ext cx="901989" cy="0"/>
          </a:xfrm>
          <a:prstGeom prst="line">
            <a:avLst/>
          </a:prstGeom>
          <a:ln w="15875">
            <a:solidFill>
              <a:srgbClr val="FF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직사각형 48">
            <a:extLst>
              <a:ext uri="{FF2B5EF4-FFF2-40B4-BE49-F238E27FC236}">
                <a16:creationId xmlns:a16="http://schemas.microsoft.com/office/drawing/2014/main" id="{8D16AA54-334E-3BA9-16AA-3B5B1FB86C5D}"/>
              </a:ext>
            </a:extLst>
          </p:cNvPr>
          <p:cNvSpPr/>
          <p:nvPr/>
        </p:nvSpPr>
        <p:spPr>
          <a:xfrm>
            <a:off x="6365013" y="1606745"/>
            <a:ext cx="1364665" cy="34287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28575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600" dirty="0" err="1">
                <a:solidFill>
                  <a:schemeClr val="tx1"/>
                </a:solidFill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맛식당</a:t>
            </a:r>
            <a:r>
              <a:rPr lang="ko-KR" altLang="en-US" sz="1600" dirty="0">
                <a:solidFill>
                  <a:schemeClr val="tx1"/>
                </a:solidFill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 등록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7EE98F7E-7F68-02EF-4F84-1AD1A8C3E8E0}"/>
              </a:ext>
            </a:extLst>
          </p:cNvPr>
          <p:cNvSpPr txBox="1"/>
          <p:nvPr/>
        </p:nvSpPr>
        <p:spPr>
          <a:xfrm>
            <a:off x="8836884" y="1623623"/>
            <a:ext cx="171239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600" dirty="0"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클릭 시 </a:t>
            </a:r>
            <a:r>
              <a:rPr lang="en-US" altLang="ko-KR" sz="1600" dirty="0"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#2-2 </a:t>
            </a:r>
            <a:r>
              <a:rPr lang="ko-KR" altLang="en-US" sz="1600" dirty="0"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이동</a:t>
            </a:r>
            <a:endParaRPr lang="en-US" altLang="ko-KR" sz="1600" dirty="0">
              <a:latin typeface="한컴 말랑말랑 Regular" panose="020F0303000000000000" pitchFamily="50" charset="-127"/>
              <a:ea typeface="한컴 말랑말랑 Regular" panose="020F0303000000000000" pitchFamily="50" charset="-127"/>
            </a:endParaRPr>
          </a:p>
        </p:txBody>
      </p:sp>
      <p:cxnSp>
        <p:nvCxnSpPr>
          <p:cNvPr id="51" name="직선 연결선 50">
            <a:extLst>
              <a:ext uri="{FF2B5EF4-FFF2-40B4-BE49-F238E27FC236}">
                <a16:creationId xmlns:a16="http://schemas.microsoft.com/office/drawing/2014/main" id="{264F3A5C-F2E5-BD77-837B-85843FFE5F90}"/>
              </a:ext>
            </a:extLst>
          </p:cNvPr>
          <p:cNvCxnSpPr>
            <a:cxnSpLocks/>
          </p:cNvCxnSpPr>
          <p:nvPr/>
        </p:nvCxnSpPr>
        <p:spPr>
          <a:xfrm>
            <a:off x="7605605" y="1792900"/>
            <a:ext cx="1095050" cy="0"/>
          </a:xfrm>
          <a:prstGeom prst="line">
            <a:avLst/>
          </a:prstGeom>
          <a:ln w="15875">
            <a:solidFill>
              <a:srgbClr val="FF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3934688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B04DC1-56F1-9915-B86B-5DDA6F3F79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76B3994B-F9A5-55C5-0D53-42F7831CDD8F}"/>
              </a:ext>
            </a:extLst>
          </p:cNvPr>
          <p:cNvSpPr/>
          <p:nvPr/>
        </p:nvSpPr>
        <p:spPr>
          <a:xfrm>
            <a:off x="4345709" y="477982"/>
            <a:ext cx="3500582" cy="5902036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E89F0F1-4115-729E-432C-815DFE9BCEEA}"/>
              </a:ext>
            </a:extLst>
          </p:cNvPr>
          <p:cNvSpPr txBox="1"/>
          <p:nvPr/>
        </p:nvSpPr>
        <p:spPr>
          <a:xfrm>
            <a:off x="157018" y="127123"/>
            <a:ext cx="16867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한컴 말랑말랑 Bold" panose="020F0803000000000000" pitchFamily="50" charset="-127"/>
                <a:ea typeface="한컴 말랑말랑 Bold" panose="020F0803000000000000" pitchFamily="50" charset="-127"/>
                <a:cs typeface="+mn-cs"/>
              </a:rPr>
              <a:t>#2-1.</a:t>
            </a:r>
            <a:r>
              <a: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한컴 말랑말랑 Bold" panose="020F0803000000000000" pitchFamily="50" charset="-127"/>
                <a:ea typeface="한컴 말랑말랑 Bold" panose="020F0803000000000000" pitchFamily="50" charset="-127"/>
                <a:cs typeface="+mn-cs"/>
              </a:rPr>
              <a:t> </a:t>
            </a: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한컴 말랑말랑 Bold" panose="020F0803000000000000" pitchFamily="50" charset="-127"/>
                <a:ea typeface="한컴 말랑말랑 Bold" panose="020F0803000000000000" pitchFamily="50" charset="-127"/>
                <a:cs typeface="+mn-cs"/>
              </a:rPr>
              <a:t>content</a:t>
            </a: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한컴 말랑말랑 Bold" panose="020F0803000000000000" pitchFamily="50" charset="-127"/>
              <a:ea typeface="한컴 말랑말랑 Bold" panose="020F0803000000000000" pitchFamily="50" charset="-127"/>
              <a:cs typeface="+mn-cs"/>
            </a:endParaRP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966B77B3-7118-8653-5B8B-2E9C126A3E32}"/>
              </a:ext>
            </a:extLst>
          </p:cNvPr>
          <p:cNvSpPr/>
          <p:nvPr/>
        </p:nvSpPr>
        <p:spPr>
          <a:xfrm>
            <a:off x="5188505" y="795406"/>
            <a:ext cx="1814990" cy="197093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28575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469EC20-8AFA-6E39-3870-4478A283BF1D}"/>
              </a:ext>
            </a:extLst>
          </p:cNvPr>
          <p:cNvSpPr txBox="1"/>
          <p:nvPr/>
        </p:nvSpPr>
        <p:spPr>
          <a:xfrm>
            <a:off x="4645891" y="2815985"/>
            <a:ext cx="290021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400" dirty="0">
                <a:latin typeface="한컴 말랑말랑 Bold" panose="020F0803000000000000" pitchFamily="50" charset="-127"/>
                <a:ea typeface="한컴 말랑말랑 Bold" panose="020F0803000000000000" pitchFamily="50" charset="-127"/>
              </a:rPr>
              <a:t>두부 </a:t>
            </a:r>
            <a:r>
              <a:rPr lang="ko-KR" altLang="en-US" sz="2400" dirty="0" err="1">
                <a:latin typeface="한컴 말랑말랑 Bold" panose="020F0803000000000000" pitchFamily="50" charset="-127"/>
                <a:ea typeface="한컴 말랑말랑 Bold" panose="020F0803000000000000" pitchFamily="50" charset="-127"/>
              </a:rPr>
              <a:t>글레이즈드넛</a:t>
            </a:r>
            <a:endParaRPr lang="ko-KR" altLang="en-US" sz="2400" dirty="0">
              <a:latin typeface="한컴 말랑말랑 Bold" panose="020F0803000000000000" pitchFamily="50" charset="-127"/>
              <a:ea typeface="한컴 말랑말랑 Bold" panose="020F0803000000000000" pitchFamily="50" charset="-127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ACE8820-A4CC-42F8-59E0-7945B29728EC}"/>
              </a:ext>
            </a:extLst>
          </p:cNvPr>
          <p:cNvSpPr txBox="1"/>
          <p:nvPr/>
        </p:nvSpPr>
        <p:spPr>
          <a:xfrm>
            <a:off x="5061527" y="3271504"/>
            <a:ext cx="206894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200" dirty="0" err="1"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노티드</a:t>
            </a:r>
            <a:r>
              <a:rPr lang="ko-KR" altLang="en-US" sz="1200" dirty="0"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 </a:t>
            </a:r>
            <a:r>
              <a:rPr lang="ko-KR" altLang="en-US" sz="1200" dirty="0" err="1"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신림점</a:t>
            </a:r>
            <a:endParaRPr lang="ko-KR" altLang="en-US" sz="1200" dirty="0">
              <a:latin typeface="한컴 말랑말랑 Regular" panose="020F0303000000000000" pitchFamily="50" charset="-127"/>
              <a:ea typeface="한컴 말랑말랑 Regular" panose="020F0303000000000000" pitchFamily="50" charset="-127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8B8E70C2-008B-2945-DD66-CB62DF651B56}"/>
              </a:ext>
            </a:extLst>
          </p:cNvPr>
          <p:cNvSpPr txBox="1"/>
          <p:nvPr/>
        </p:nvSpPr>
        <p:spPr>
          <a:xfrm>
            <a:off x="8836884" y="1306854"/>
            <a:ext cx="305564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600" dirty="0"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좋아요 버튼 누르면 숫자가 올라간다</a:t>
            </a:r>
            <a:endParaRPr lang="en-US" altLang="ko-KR" sz="1600" dirty="0">
              <a:latin typeface="한컴 말랑말랑 Regular" panose="020F0303000000000000" pitchFamily="50" charset="-127"/>
              <a:ea typeface="한컴 말랑말랑 Regular" panose="020F0303000000000000" pitchFamily="50" charset="-127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1A3AAAEC-A541-CEC0-EE53-26AB9FE6FC70}"/>
              </a:ext>
            </a:extLst>
          </p:cNvPr>
          <p:cNvSpPr txBox="1"/>
          <p:nvPr/>
        </p:nvSpPr>
        <p:spPr>
          <a:xfrm>
            <a:off x="4812145" y="4329516"/>
            <a:ext cx="256771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400" dirty="0"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“</a:t>
            </a:r>
            <a:r>
              <a:rPr lang="ko-KR" altLang="en-US" sz="1400" dirty="0"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여기 저도 가봤는데</a:t>
            </a:r>
            <a:r>
              <a:rPr lang="en-US" altLang="ko-KR" sz="1400" dirty="0"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!”</a:t>
            </a:r>
            <a:endParaRPr lang="ko-KR" altLang="en-US" sz="1400" dirty="0">
              <a:latin typeface="한컴 말랑말랑 Regular" panose="020F0303000000000000" pitchFamily="50" charset="-127"/>
              <a:ea typeface="한컴 말랑말랑 Regular" panose="020F0303000000000000" pitchFamily="50" charset="-127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03B980E3-4075-5C94-7808-9290EB9774B3}"/>
              </a:ext>
            </a:extLst>
          </p:cNvPr>
          <p:cNvSpPr txBox="1"/>
          <p:nvPr/>
        </p:nvSpPr>
        <p:spPr>
          <a:xfrm>
            <a:off x="8836884" y="4715560"/>
            <a:ext cx="3390672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600" dirty="0"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음식에 대한 </a:t>
            </a:r>
            <a:endParaRPr lang="en-US" altLang="ko-KR" sz="1600" dirty="0">
              <a:latin typeface="한컴 말랑말랑 Regular" panose="020F0303000000000000" pitchFamily="50" charset="-127"/>
              <a:ea typeface="한컴 말랑말랑 Regular" panose="020F0303000000000000" pitchFamily="50" charset="-127"/>
            </a:endParaRPr>
          </a:p>
          <a:p>
            <a:r>
              <a:rPr lang="ko-KR" altLang="en-US" sz="1600" dirty="0"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한 줄 평을 남길 수 있다</a:t>
            </a:r>
            <a:endParaRPr lang="en-US" altLang="ko-KR" sz="1600" dirty="0">
              <a:latin typeface="한컴 말랑말랑 Regular" panose="020F0303000000000000" pitchFamily="50" charset="-127"/>
              <a:ea typeface="한컴 말랑말랑 Regular" panose="020F0303000000000000" pitchFamily="50" charset="-127"/>
            </a:endParaRPr>
          </a:p>
          <a:p>
            <a:r>
              <a:rPr lang="en-US" altLang="ko-KR" sz="1600" dirty="0"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(</a:t>
            </a:r>
            <a:r>
              <a:rPr lang="ko-KR" altLang="en-US" sz="1600" dirty="0"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적힌 글에 따라 페이지의 </a:t>
            </a:r>
            <a:r>
              <a:rPr lang="en-US" altLang="ko-KR" sz="1600" dirty="0"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height </a:t>
            </a:r>
            <a:r>
              <a:rPr lang="ko-KR" altLang="en-US" sz="1600" dirty="0"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증가</a:t>
            </a:r>
            <a:r>
              <a:rPr lang="en-US" altLang="ko-KR" sz="1600" dirty="0"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)</a:t>
            </a:r>
          </a:p>
          <a:p>
            <a:endParaRPr lang="en-US" altLang="ko-KR" sz="1600" dirty="0">
              <a:latin typeface="한컴 말랑말랑 Regular" panose="020F0303000000000000" pitchFamily="50" charset="-127"/>
              <a:ea typeface="한컴 말랑말랑 Regular" panose="020F0303000000000000" pitchFamily="50" charset="-127"/>
            </a:endParaRPr>
          </a:p>
          <a:p>
            <a:r>
              <a:rPr lang="en-US" altLang="ko-KR" sz="1600" dirty="0"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(</a:t>
            </a:r>
            <a:r>
              <a:rPr lang="en-US" altLang="ko-KR" sz="1600" dirty="0" err="1"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Placehorder</a:t>
            </a:r>
            <a:r>
              <a:rPr lang="en-US" altLang="ko-KR" sz="1600" dirty="0"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 </a:t>
            </a:r>
            <a:r>
              <a:rPr lang="ko-KR" altLang="en-US" sz="1600" dirty="0"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로</a:t>
            </a:r>
            <a:endParaRPr lang="en-US" altLang="ko-KR" sz="1600" dirty="0">
              <a:latin typeface="한컴 말랑말랑 Regular" panose="020F0303000000000000" pitchFamily="50" charset="-127"/>
              <a:ea typeface="한컴 말랑말랑 Regular" panose="020F0303000000000000" pitchFamily="50" charset="-127"/>
            </a:endParaRPr>
          </a:p>
          <a:p>
            <a:r>
              <a:rPr lang="en-US" altLang="ko-KR" sz="1600" dirty="0"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“</a:t>
            </a:r>
            <a:r>
              <a:rPr lang="ko-KR" altLang="en-US" sz="1600" dirty="0"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여기 </a:t>
            </a:r>
            <a:r>
              <a:rPr lang="ko-KR" altLang="en-US" sz="1600" dirty="0" err="1"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맛식당</a:t>
            </a:r>
            <a:r>
              <a:rPr lang="en-US" altLang="ko-KR" sz="1600" dirty="0"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!” </a:t>
            </a:r>
            <a:r>
              <a:rPr lang="ko-KR" altLang="en-US" sz="1600" dirty="0"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이라고 적혀 있을까</a:t>
            </a:r>
            <a:r>
              <a:rPr lang="en-US" altLang="ko-KR" sz="1600" dirty="0"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)</a:t>
            </a:r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6BD6811A-028C-6BC5-7CB6-69620EC3961F}"/>
              </a:ext>
            </a:extLst>
          </p:cNvPr>
          <p:cNvSpPr/>
          <p:nvPr/>
        </p:nvSpPr>
        <p:spPr>
          <a:xfrm>
            <a:off x="5219702" y="5531532"/>
            <a:ext cx="1752598" cy="38895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28575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600" dirty="0" err="1">
                <a:solidFill>
                  <a:schemeClr val="tx1"/>
                </a:solidFill>
                <a:latin typeface="한컴 말랑말랑 Bold" panose="020F0803000000000000" pitchFamily="50" charset="-127"/>
                <a:ea typeface="한컴 말랑말랑 Bold" panose="020F0803000000000000" pitchFamily="50" charset="-127"/>
              </a:rPr>
              <a:t>한줄평</a:t>
            </a:r>
            <a:r>
              <a:rPr lang="ko-KR" altLang="en-US" sz="1600" dirty="0">
                <a:solidFill>
                  <a:schemeClr val="tx1"/>
                </a:solidFill>
                <a:latin typeface="한컴 말랑말랑 Bold" panose="020F0803000000000000" pitchFamily="50" charset="-127"/>
                <a:ea typeface="한컴 말랑말랑 Bold" panose="020F0803000000000000" pitchFamily="50" charset="-127"/>
              </a:rPr>
              <a:t> 입력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037A0F28-32DB-78C3-535E-E552714F66B4}"/>
              </a:ext>
            </a:extLst>
          </p:cNvPr>
          <p:cNvSpPr txBox="1"/>
          <p:nvPr/>
        </p:nvSpPr>
        <p:spPr>
          <a:xfrm>
            <a:off x="4812145" y="4638253"/>
            <a:ext cx="256771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400" dirty="0"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“</a:t>
            </a:r>
            <a:r>
              <a:rPr lang="ko-KR" altLang="en-US" sz="1400" dirty="0"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생각보다 맛있음</a:t>
            </a:r>
            <a:r>
              <a:rPr lang="en-US" altLang="ko-KR" sz="1400" dirty="0"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"</a:t>
            </a:r>
            <a:endParaRPr lang="ko-KR" altLang="en-US" sz="1400" dirty="0">
              <a:latin typeface="한컴 말랑말랑 Regular" panose="020F0303000000000000" pitchFamily="50" charset="-127"/>
              <a:ea typeface="한컴 말랑말랑 Regular" panose="020F0303000000000000" pitchFamily="50" charset="-127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519CCF3A-02C4-FC93-41A8-8491C67CD9CA}"/>
              </a:ext>
            </a:extLst>
          </p:cNvPr>
          <p:cNvSpPr txBox="1"/>
          <p:nvPr/>
        </p:nvSpPr>
        <p:spPr>
          <a:xfrm>
            <a:off x="4812145" y="4977171"/>
            <a:ext cx="256771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400" dirty="0"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˚</a:t>
            </a:r>
            <a:endParaRPr lang="en-US" altLang="ko-KR" sz="1400" dirty="0">
              <a:latin typeface="한컴 말랑말랑 Regular" panose="020F0303000000000000" pitchFamily="50" charset="-127"/>
              <a:ea typeface="한컴 말랑말랑 Regular" panose="020F0303000000000000" pitchFamily="50" charset="-127"/>
            </a:endParaRPr>
          </a:p>
          <a:p>
            <a:pPr algn="ctr"/>
            <a:r>
              <a:rPr lang="ko-KR" altLang="en-US" sz="1400" dirty="0"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˚</a:t>
            </a:r>
            <a:endParaRPr lang="en-US" altLang="ko-KR" sz="1400" dirty="0">
              <a:latin typeface="한컴 말랑말랑 Regular" panose="020F0303000000000000" pitchFamily="50" charset="-127"/>
              <a:ea typeface="한컴 말랑말랑 Regular" panose="020F0303000000000000" pitchFamily="50" charset="-127"/>
            </a:endParaRPr>
          </a:p>
        </p:txBody>
      </p:sp>
      <p:grpSp>
        <p:nvGrpSpPr>
          <p:cNvPr id="33" name="그룹 32">
            <a:extLst>
              <a:ext uri="{FF2B5EF4-FFF2-40B4-BE49-F238E27FC236}">
                <a16:creationId xmlns:a16="http://schemas.microsoft.com/office/drawing/2014/main" id="{AB6ECDB9-376A-C276-ADB7-2B28ED023361}"/>
              </a:ext>
            </a:extLst>
          </p:cNvPr>
          <p:cNvGrpSpPr/>
          <p:nvPr/>
        </p:nvGrpSpPr>
        <p:grpSpPr>
          <a:xfrm>
            <a:off x="7211976" y="1241851"/>
            <a:ext cx="402464" cy="379248"/>
            <a:chOff x="5745016" y="3590260"/>
            <a:chExt cx="701966" cy="661477"/>
          </a:xfrm>
        </p:grpSpPr>
        <p:pic>
          <p:nvPicPr>
            <p:cNvPr id="11" name="그림 10">
              <a:extLst>
                <a:ext uri="{FF2B5EF4-FFF2-40B4-BE49-F238E27FC236}">
                  <a16:creationId xmlns:a16="http://schemas.microsoft.com/office/drawing/2014/main" id="{0F781029-DC63-EFF0-E626-90BCA555CDD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2884" b="2884"/>
            <a:stretch>
              <a:fillRect/>
            </a:stretch>
          </p:blipFill>
          <p:spPr>
            <a:xfrm>
              <a:off x="5745016" y="3590260"/>
              <a:ext cx="701966" cy="661477"/>
            </a:xfrm>
            <a:prstGeom prst="rect">
              <a:avLst/>
            </a:prstGeom>
          </p:spPr>
        </p:pic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9EDCD215-36B0-2824-4C46-6238B6AF65C1}"/>
                </a:ext>
              </a:extLst>
            </p:cNvPr>
            <p:cNvSpPr txBox="1"/>
            <p:nvPr/>
          </p:nvSpPr>
          <p:spPr>
            <a:xfrm>
              <a:off x="5745017" y="3695817"/>
              <a:ext cx="701965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200" dirty="0">
                  <a:latin typeface="한컴 말랑말랑 Regular" panose="020F0303000000000000" pitchFamily="50" charset="-127"/>
                  <a:ea typeface="한컴 말랑말랑 Regular" panose="020F0303000000000000" pitchFamily="50" charset="-127"/>
                </a:rPr>
                <a:t>31</a:t>
              </a:r>
              <a:endParaRPr lang="ko-KR" altLang="en-US" sz="1200" dirty="0">
                <a:latin typeface="한컴 말랑말랑 Regular" panose="020F0303000000000000" pitchFamily="50" charset="-127"/>
                <a:ea typeface="한컴 말랑말랑 Regular" panose="020F0303000000000000" pitchFamily="50" charset="-127"/>
              </a:endParaRPr>
            </a:p>
          </p:txBody>
        </p:sp>
      </p:grpSp>
      <p:pic>
        <p:nvPicPr>
          <p:cNvPr id="32" name="그림 31">
            <a:extLst>
              <a:ext uri="{FF2B5EF4-FFF2-40B4-BE49-F238E27FC236}">
                <a16:creationId xmlns:a16="http://schemas.microsoft.com/office/drawing/2014/main" id="{1ED2233C-3295-535A-A522-B66914CEF99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182" t="11281" r="14182" b="7900"/>
          <a:stretch>
            <a:fillRect/>
          </a:stretch>
        </p:blipFill>
        <p:spPr>
          <a:xfrm>
            <a:off x="7208602" y="1785616"/>
            <a:ext cx="409212" cy="461664"/>
          </a:xfrm>
          <a:prstGeom prst="rect">
            <a:avLst/>
          </a:prstGeom>
        </p:spPr>
      </p:pic>
      <p:sp>
        <p:nvSpPr>
          <p:cNvPr id="46" name="TextBox 45">
            <a:extLst>
              <a:ext uri="{FF2B5EF4-FFF2-40B4-BE49-F238E27FC236}">
                <a16:creationId xmlns:a16="http://schemas.microsoft.com/office/drawing/2014/main" id="{4FCAC9CF-22A8-2260-FC5A-7F26FA8F2C22}"/>
              </a:ext>
            </a:extLst>
          </p:cNvPr>
          <p:cNvSpPr txBox="1"/>
          <p:nvPr/>
        </p:nvSpPr>
        <p:spPr>
          <a:xfrm>
            <a:off x="8836884" y="668472"/>
            <a:ext cx="151035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600" dirty="0"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클릭 시 </a:t>
            </a:r>
            <a:r>
              <a:rPr lang="en-US" altLang="ko-KR" sz="1600" dirty="0"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#2 </a:t>
            </a:r>
            <a:r>
              <a:rPr lang="ko-KR" altLang="en-US" sz="1600" dirty="0"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이동</a:t>
            </a:r>
            <a:endParaRPr lang="en-US" altLang="ko-KR" sz="1600" dirty="0">
              <a:latin typeface="한컴 말랑말랑 Regular" panose="020F0303000000000000" pitchFamily="50" charset="-127"/>
              <a:ea typeface="한컴 말랑말랑 Regular" panose="020F0303000000000000" pitchFamily="50" charset="-127"/>
            </a:endParaRPr>
          </a:p>
        </p:txBody>
      </p:sp>
      <p:cxnSp>
        <p:nvCxnSpPr>
          <p:cNvPr id="47" name="직선 연결선 46">
            <a:extLst>
              <a:ext uri="{FF2B5EF4-FFF2-40B4-BE49-F238E27FC236}">
                <a16:creationId xmlns:a16="http://schemas.microsoft.com/office/drawing/2014/main" id="{F7145654-E0E6-F24A-9F31-9D88232630B7}"/>
              </a:ext>
            </a:extLst>
          </p:cNvPr>
          <p:cNvCxnSpPr>
            <a:cxnSpLocks/>
          </p:cNvCxnSpPr>
          <p:nvPr/>
        </p:nvCxnSpPr>
        <p:spPr>
          <a:xfrm>
            <a:off x="7721600" y="837749"/>
            <a:ext cx="979055" cy="0"/>
          </a:xfrm>
          <a:prstGeom prst="line">
            <a:avLst/>
          </a:prstGeom>
          <a:ln w="15875">
            <a:solidFill>
              <a:srgbClr val="FF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이등변 삼각형 47">
            <a:extLst>
              <a:ext uri="{FF2B5EF4-FFF2-40B4-BE49-F238E27FC236}">
                <a16:creationId xmlns:a16="http://schemas.microsoft.com/office/drawing/2014/main" id="{DD8EAD50-D387-B221-1865-33498817F50F}"/>
              </a:ext>
            </a:extLst>
          </p:cNvPr>
          <p:cNvSpPr/>
          <p:nvPr/>
        </p:nvSpPr>
        <p:spPr>
          <a:xfrm rot="16200000">
            <a:off x="7203583" y="686998"/>
            <a:ext cx="419250" cy="361422"/>
          </a:xfrm>
          <a:prstGeom prst="triangle">
            <a:avLst/>
          </a:prstGeom>
          <a:solidFill>
            <a:schemeClr val="accent1">
              <a:lumMod val="20000"/>
              <a:lumOff val="80000"/>
            </a:schemeClr>
          </a:solidFill>
          <a:ln w="28575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cxnSp>
        <p:nvCxnSpPr>
          <p:cNvPr id="49" name="직선 연결선 48">
            <a:extLst>
              <a:ext uri="{FF2B5EF4-FFF2-40B4-BE49-F238E27FC236}">
                <a16:creationId xmlns:a16="http://schemas.microsoft.com/office/drawing/2014/main" id="{8597BD10-4E33-16B1-62C5-DE0BDBE4E324}"/>
              </a:ext>
            </a:extLst>
          </p:cNvPr>
          <p:cNvCxnSpPr>
            <a:cxnSpLocks/>
          </p:cNvCxnSpPr>
          <p:nvPr/>
        </p:nvCxnSpPr>
        <p:spPr>
          <a:xfrm>
            <a:off x="7813964" y="1498964"/>
            <a:ext cx="886691" cy="0"/>
          </a:xfrm>
          <a:prstGeom prst="line">
            <a:avLst/>
          </a:prstGeom>
          <a:ln w="15875">
            <a:solidFill>
              <a:srgbClr val="FF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TextBox 50">
            <a:extLst>
              <a:ext uri="{FF2B5EF4-FFF2-40B4-BE49-F238E27FC236}">
                <a16:creationId xmlns:a16="http://schemas.microsoft.com/office/drawing/2014/main" id="{D583DBF3-EB36-7633-FDE4-823808A47994}"/>
              </a:ext>
            </a:extLst>
          </p:cNvPr>
          <p:cNvSpPr txBox="1"/>
          <p:nvPr/>
        </p:nvSpPr>
        <p:spPr>
          <a:xfrm>
            <a:off x="8836884" y="1853930"/>
            <a:ext cx="312938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600" dirty="0"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지도 표시 버튼 누르면 해당 가게의</a:t>
            </a:r>
            <a:endParaRPr lang="en-US" altLang="ko-KR" sz="1600" dirty="0">
              <a:latin typeface="한컴 말랑말랑 Regular" panose="020F0303000000000000" pitchFamily="50" charset="-127"/>
              <a:ea typeface="한컴 말랑말랑 Regular" panose="020F0303000000000000" pitchFamily="50" charset="-127"/>
            </a:endParaRPr>
          </a:p>
          <a:p>
            <a:r>
              <a:rPr lang="ko-KR" altLang="en-US" sz="1600" dirty="0"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위치가 나오는 지도로 이동할 수 있다</a:t>
            </a:r>
            <a:endParaRPr lang="en-US" altLang="ko-KR" sz="1600" dirty="0">
              <a:latin typeface="한컴 말랑말랑 Regular" panose="020F0303000000000000" pitchFamily="50" charset="-127"/>
              <a:ea typeface="한컴 말랑말랑 Regular" panose="020F0303000000000000" pitchFamily="50" charset="-127"/>
            </a:endParaRPr>
          </a:p>
          <a:p>
            <a:r>
              <a:rPr lang="en-US" altLang="ko-KR" sz="800" dirty="0"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"C:\Users\Admin\mbca\Web\Ex\Day13\07_kakaomap.html"</a:t>
            </a:r>
          </a:p>
        </p:txBody>
      </p:sp>
      <p:cxnSp>
        <p:nvCxnSpPr>
          <p:cNvPr id="52" name="직선 연결선 51">
            <a:extLst>
              <a:ext uri="{FF2B5EF4-FFF2-40B4-BE49-F238E27FC236}">
                <a16:creationId xmlns:a16="http://schemas.microsoft.com/office/drawing/2014/main" id="{2A4E5463-449D-4078-5698-CD121E1CF015}"/>
              </a:ext>
            </a:extLst>
          </p:cNvPr>
          <p:cNvCxnSpPr>
            <a:cxnSpLocks/>
          </p:cNvCxnSpPr>
          <p:nvPr/>
        </p:nvCxnSpPr>
        <p:spPr>
          <a:xfrm>
            <a:off x="7721600" y="2046040"/>
            <a:ext cx="979055" cy="0"/>
          </a:xfrm>
          <a:prstGeom prst="line">
            <a:avLst/>
          </a:prstGeom>
          <a:ln w="15875">
            <a:solidFill>
              <a:srgbClr val="FF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" name="TextBox 53">
            <a:extLst>
              <a:ext uri="{FF2B5EF4-FFF2-40B4-BE49-F238E27FC236}">
                <a16:creationId xmlns:a16="http://schemas.microsoft.com/office/drawing/2014/main" id="{11A5EC9F-FAB7-EE5F-B822-811CE4747594}"/>
              </a:ext>
            </a:extLst>
          </p:cNvPr>
          <p:cNvSpPr txBox="1"/>
          <p:nvPr/>
        </p:nvSpPr>
        <p:spPr>
          <a:xfrm>
            <a:off x="4812145" y="3544659"/>
            <a:ext cx="256771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dirty="0">
                <a:latin typeface="한컴 말랑말랑 Bold" panose="020F0803000000000000" pitchFamily="50" charset="-127"/>
                <a:ea typeface="한컴 말랑말랑 Bold" panose="020F0803000000000000" pitchFamily="50" charset="-127"/>
              </a:rPr>
              <a:t>아메리카노와 먹으면</a:t>
            </a:r>
            <a:endParaRPr lang="en-US" altLang="ko-KR" dirty="0">
              <a:latin typeface="한컴 말랑말랑 Bold" panose="020F0803000000000000" pitchFamily="50" charset="-127"/>
              <a:ea typeface="한컴 말랑말랑 Bold" panose="020F0803000000000000" pitchFamily="50" charset="-127"/>
            </a:endParaRPr>
          </a:p>
          <a:p>
            <a:pPr algn="ctr"/>
            <a:r>
              <a:rPr lang="ko-KR" altLang="en-US" dirty="0">
                <a:latin typeface="한컴 말랑말랑 Bold" panose="020F0803000000000000" pitchFamily="50" charset="-127"/>
                <a:ea typeface="한컴 말랑말랑 Bold" panose="020F0803000000000000" pitchFamily="50" charset="-127"/>
              </a:rPr>
              <a:t>풍미가 두 배</a:t>
            </a:r>
          </a:p>
        </p:txBody>
      </p:sp>
      <p:sp>
        <p:nvSpPr>
          <p:cNvPr id="55" name="직사각형 54">
            <a:extLst>
              <a:ext uri="{FF2B5EF4-FFF2-40B4-BE49-F238E27FC236}">
                <a16:creationId xmlns:a16="http://schemas.microsoft.com/office/drawing/2014/main" id="{F92E1E27-07DB-B4D7-B722-9334E167A3B0}"/>
              </a:ext>
            </a:extLst>
          </p:cNvPr>
          <p:cNvSpPr/>
          <p:nvPr/>
        </p:nvSpPr>
        <p:spPr>
          <a:xfrm>
            <a:off x="4566610" y="4254550"/>
            <a:ext cx="3058780" cy="1855450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prstClr val="white"/>
              </a:solidFill>
              <a:latin typeface="맑은 고딕" panose="020F0502020204030204"/>
              <a:ea typeface="맑은 고딕" panose="020B0503020000020004" pitchFamily="50" charset="-127"/>
            </a:endParaRPr>
          </a:p>
        </p:txBody>
      </p:sp>
      <p:cxnSp>
        <p:nvCxnSpPr>
          <p:cNvPr id="26" name="직선 연결선 25">
            <a:extLst>
              <a:ext uri="{FF2B5EF4-FFF2-40B4-BE49-F238E27FC236}">
                <a16:creationId xmlns:a16="http://schemas.microsoft.com/office/drawing/2014/main" id="{599AFD41-8DB3-DFAF-2B69-9017D3E8E9FC}"/>
              </a:ext>
            </a:extLst>
          </p:cNvPr>
          <p:cNvCxnSpPr>
            <a:cxnSpLocks/>
          </p:cNvCxnSpPr>
          <p:nvPr/>
        </p:nvCxnSpPr>
        <p:spPr>
          <a:xfrm>
            <a:off x="6927273" y="5132198"/>
            <a:ext cx="1773382" cy="0"/>
          </a:xfrm>
          <a:prstGeom prst="line">
            <a:avLst/>
          </a:prstGeom>
          <a:ln w="15875">
            <a:solidFill>
              <a:srgbClr val="FF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7" name="그림 56">
            <a:extLst>
              <a:ext uri="{FF2B5EF4-FFF2-40B4-BE49-F238E27FC236}">
                <a16:creationId xmlns:a16="http://schemas.microsoft.com/office/drawing/2014/main" id="{05949920-92ED-976A-DF02-32B6FFC7A71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29856" y="2411798"/>
            <a:ext cx="366704" cy="366704"/>
          </a:xfrm>
          <a:prstGeom prst="rect">
            <a:avLst/>
          </a:prstGeom>
        </p:spPr>
      </p:pic>
      <p:sp>
        <p:nvSpPr>
          <p:cNvPr id="58" name="TextBox 57">
            <a:extLst>
              <a:ext uri="{FF2B5EF4-FFF2-40B4-BE49-F238E27FC236}">
                <a16:creationId xmlns:a16="http://schemas.microsoft.com/office/drawing/2014/main" id="{2E869D2D-F3D3-F397-EB74-189E36E2AAFD}"/>
              </a:ext>
            </a:extLst>
          </p:cNvPr>
          <p:cNvSpPr txBox="1"/>
          <p:nvPr/>
        </p:nvSpPr>
        <p:spPr>
          <a:xfrm>
            <a:off x="8836884" y="2646708"/>
            <a:ext cx="2900153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600" dirty="0"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클릭 시 본인이 작성한 포스트라면</a:t>
            </a:r>
            <a:endParaRPr lang="en-US" altLang="ko-KR" sz="1600" dirty="0">
              <a:latin typeface="한컴 말랑말랑 Regular" panose="020F0303000000000000" pitchFamily="50" charset="-127"/>
              <a:ea typeface="한컴 말랑말랑 Regular" panose="020F0303000000000000" pitchFamily="50" charset="-127"/>
            </a:endParaRPr>
          </a:p>
          <a:p>
            <a:r>
              <a:rPr lang="en-US" altLang="ko-KR" sz="1600" dirty="0"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#2-3 </a:t>
            </a:r>
            <a:r>
              <a:rPr lang="ko-KR" altLang="en-US" sz="1600" dirty="0"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이동 </a:t>
            </a:r>
            <a:endParaRPr lang="en-US" altLang="ko-KR" sz="1600" dirty="0">
              <a:latin typeface="한컴 말랑말랑 Regular" panose="020F0303000000000000" pitchFamily="50" charset="-127"/>
              <a:ea typeface="한컴 말랑말랑 Regular" panose="020F0303000000000000" pitchFamily="50" charset="-127"/>
            </a:endParaRPr>
          </a:p>
          <a:p>
            <a:r>
              <a:rPr lang="ko-KR" altLang="en-US" sz="1600" dirty="0"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다른 회원이라면 </a:t>
            </a:r>
            <a:r>
              <a:rPr lang="en-US" altLang="ko-KR" sz="1600" dirty="0"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alert</a:t>
            </a:r>
            <a:endParaRPr lang="en-US" altLang="ko-KR" sz="800" dirty="0">
              <a:latin typeface="한컴 말랑말랑 Regular" panose="020F0303000000000000" pitchFamily="50" charset="-127"/>
              <a:ea typeface="한컴 말랑말랑 Regular" panose="020F0303000000000000" pitchFamily="50" charset="-127"/>
            </a:endParaRPr>
          </a:p>
        </p:txBody>
      </p:sp>
      <p:cxnSp>
        <p:nvCxnSpPr>
          <p:cNvPr id="59" name="직선 연결선 58">
            <a:extLst>
              <a:ext uri="{FF2B5EF4-FFF2-40B4-BE49-F238E27FC236}">
                <a16:creationId xmlns:a16="http://schemas.microsoft.com/office/drawing/2014/main" id="{DEB387C2-6C1B-FDCE-DE86-1BB51A0D6A42}"/>
              </a:ext>
            </a:extLst>
          </p:cNvPr>
          <p:cNvCxnSpPr>
            <a:cxnSpLocks/>
          </p:cNvCxnSpPr>
          <p:nvPr/>
        </p:nvCxnSpPr>
        <p:spPr>
          <a:xfrm>
            <a:off x="7721600" y="2623875"/>
            <a:ext cx="979055" cy="192110"/>
          </a:xfrm>
          <a:prstGeom prst="line">
            <a:avLst/>
          </a:prstGeom>
          <a:ln w="15875">
            <a:solidFill>
              <a:srgbClr val="FF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5786175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C83DBD-CF77-5D64-A35C-CD10A642D8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49F164AD-2AED-9FB9-97BD-7D8C74B23A08}"/>
              </a:ext>
            </a:extLst>
          </p:cNvPr>
          <p:cNvSpPr/>
          <p:nvPr/>
        </p:nvSpPr>
        <p:spPr>
          <a:xfrm>
            <a:off x="4345709" y="477982"/>
            <a:ext cx="3500582" cy="5902036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51A084F-71F1-9FF2-7182-8F2795FCED97}"/>
              </a:ext>
            </a:extLst>
          </p:cNvPr>
          <p:cNvSpPr txBox="1"/>
          <p:nvPr/>
        </p:nvSpPr>
        <p:spPr>
          <a:xfrm>
            <a:off x="157018" y="127123"/>
            <a:ext cx="16240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한컴 말랑말랑 Bold" panose="020F0803000000000000" pitchFamily="50" charset="-127"/>
                <a:ea typeface="한컴 말랑말랑 Bold" panose="020F0803000000000000" pitchFamily="50" charset="-127"/>
                <a:cs typeface="+mn-cs"/>
              </a:rPr>
              <a:t>#2-2.</a:t>
            </a:r>
            <a:r>
              <a: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한컴 말랑말랑 Bold" panose="020F0803000000000000" pitchFamily="50" charset="-127"/>
                <a:ea typeface="한컴 말랑말랑 Bold" panose="020F0803000000000000" pitchFamily="50" charset="-127"/>
                <a:cs typeface="+mn-cs"/>
              </a:rPr>
              <a:t> </a:t>
            </a: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한컴 말랑말랑 Bold" panose="020F0803000000000000" pitchFamily="50" charset="-127"/>
                <a:ea typeface="한컴 말랑말랑 Bold" panose="020F0803000000000000" pitchFamily="50" charset="-127"/>
                <a:cs typeface="+mn-cs"/>
              </a:rPr>
              <a:t>upload</a:t>
            </a: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한컴 말랑말랑 Bold" panose="020F0803000000000000" pitchFamily="50" charset="-127"/>
              <a:ea typeface="한컴 말랑말랑 Bold" panose="020F0803000000000000" pitchFamily="50" charset="-127"/>
              <a:cs typeface="+mn-cs"/>
            </a:endParaRP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2D528D9D-A760-66F5-A471-99445F01FB6B}"/>
              </a:ext>
            </a:extLst>
          </p:cNvPr>
          <p:cNvSpPr/>
          <p:nvPr/>
        </p:nvSpPr>
        <p:spPr>
          <a:xfrm>
            <a:off x="5188505" y="795406"/>
            <a:ext cx="1814990" cy="197093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28575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600" dirty="0">
                <a:solidFill>
                  <a:prstClr val="black"/>
                </a:solidFill>
                <a:latin typeface="한컴 말랑말랑 Bold" panose="020F0803000000000000" pitchFamily="50" charset="-127"/>
                <a:ea typeface="한컴 말랑말랑 Bold" panose="020F0803000000000000" pitchFamily="50" charset="-127"/>
              </a:rPr>
              <a:t>사진 업로드</a:t>
            </a:r>
          </a:p>
        </p:txBody>
      </p:sp>
      <p:sp>
        <p:nvSpPr>
          <p:cNvPr id="43" name="직사각형 42">
            <a:extLst>
              <a:ext uri="{FF2B5EF4-FFF2-40B4-BE49-F238E27FC236}">
                <a16:creationId xmlns:a16="http://schemas.microsoft.com/office/drawing/2014/main" id="{5DFA13EB-D480-F485-6D05-57EFD0B41C1A}"/>
              </a:ext>
            </a:extLst>
          </p:cNvPr>
          <p:cNvSpPr/>
          <p:nvPr/>
        </p:nvSpPr>
        <p:spPr>
          <a:xfrm>
            <a:off x="4947820" y="2962690"/>
            <a:ext cx="2296362" cy="38895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28575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한컴 말랑말랑 Bold" panose="020F0803000000000000" pitchFamily="50" charset="-127"/>
                <a:ea typeface="한컴 말랑말랑 Bold" panose="020F0803000000000000" pitchFamily="50" charset="-127"/>
                <a:cs typeface="+mn-cs"/>
              </a:rPr>
              <a:t>음식명</a:t>
            </a:r>
            <a:endParaRPr kumimoji="0" lang="ko-KR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한컴 말랑말랑 Bold" panose="020F0803000000000000" pitchFamily="50" charset="-127"/>
              <a:ea typeface="한컴 말랑말랑 Bold" panose="020F0803000000000000" pitchFamily="50" charset="-127"/>
              <a:cs typeface="+mn-cs"/>
            </a:endParaRP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2443C481-004E-3AD9-90D1-B24198445ACB}"/>
              </a:ext>
            </a:extLst>
          </p:cNvPr>
          <p:cNvSpPr txBox="1"/>
          <p:nvPr/>
        </p:nvSpPr>
        <p:spPr>
          <a:xfrm>
            <a:off x="8836884" y="668472"/>
            <a:ext cx="151035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한컴 말랑말랑 Regular" panose="020F0303000000000000" pitchFamily="50" charset="-127"/>
                <a:ea typeface="한컴 말랑말랑 Regular" panose="020F0303000000000000" pitchFamily="50" charset="-127"/>
                <a:cs typeface="+mn-cs"/>
              </a:rPr>
              <a:t>클릭 시 </a:t>
            </a:r>
            <a:r>
              <a:rPr kumimoji="0" lang="en-US" altLang="ko-KR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한컴 말랑말랑 Regular" panose="020F0303000000000000" pitchFamily="50" charset="-127"/>
                <a:ea typeface="한컴 말랑말랑 Regular" panose="020F0303000000000000" pitchFamily="50" charset="-127"/>
                <a:cs typeface="+mn-cs"/>
              </a:rPr>
              <a:t>#2 </a:t>
            </a:r>
            <a:r>
              <a:rPr kumimoji="0" lang="ko-KR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한컴 말랑말랑 Regular" panose="020F0303000000000000" pitchFamily="50" charset="-127"/>
                <a:ea typeface="한컴 말랑말랑 Regular" panose="020F0303000000000000" pitchFamily="50" charset="-127"/>
                <a:cs typeface="+mn-cs"/>
              </a:rPr>
              <a:t>이동</a:t>
            </a:r>
            <a:endParaRPr kumimoji="0" lang="en-US" altLang="ko-KR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한컴 말랑말랑 Regular" panose="020F0303000000000000" pitchFamily="50" charset="-127"/>
              <a:ea typeface="한컴 말랑말랑 Regular" panose="020F0303000000000000" pitchFamily="50" charset="-127"/>
              <a:cs typeface="+mn-cs"/>
            </a:endParaRPr>
          </a:p>
        </p:txBody>
      </p:sp>
      <p:cxnSp>
        <p:nvCxnSpPr>
          <p:cNvPr id="47" name="직선 연결선 46">
            <a:extLst>
              <a:ext uri="{FF2B5EF4-FFF2-40B4-BE49-F238E27FC236}">
                <a16:creationId xmlns:a16="http://schemas.microsoft.com/office/drawing/2014/main" id="{2B3F2D68-600A-9DAF-9ECA-E73F0AB69C87}"/>
              </a:ext>
            </a:extLst>
          </p:cNvPr>
          <p:cNvCxnSpPr>
            <a:cxnSpLocks/>
          </p:cNvCxnSpPr>
          <p:nvPr/>
        </p:nvCxnSpPr>
        <p:spPr>
          <a:xfrm>
            <a:off x="7721600" y="837749"/>
            <a:ext cx="979055" cy="0"/>
          </a:xfrm>
          <a:prstGeom prst="line">
            <a:avLst/>
          </a:prstGeom>
          <a:ln w="15875">
            <a:solidFill>
              <a:srgbClr val="FF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이등변 삼각형 47">
            <a:extLst>
              <a:ext uri="{FF2B5EF4-FFF2-40B4-BE49-F238E27FC236}">
                <a16:creationId xmlns:a16="http://schemas.microsoft.com/office/drawing/2014/main" id="{3D565B81-C3AF-FE21-40E7-753FD6210CFC}"/>
              </a:ext>
            </a:extLst>
          </p:cNvPr>
          <p:cNvSpPr/>
          <p:nvPr/>
        </p:nvSpPr>
        <p:spPr>
          <a:xfrm rot="16200000">
            <a:off x="7215268" y="686998"/>
            <a:ext cx="419250" cy="361422"/>
          </a:xfrm>
          <a:prstGeom prst="triangle">
            <a:avLst/>
          </a:prstGeom>
          <a:solidFill>
            <a:schemeClr val="accent1">
              <a:lumMod val="20000"/>
              <a:lumOff val="80000"/>
            </a:schemeClr>
          </a:solidFill>
          <a:ln w="28575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94382F29-5422-60E2-A33B-8430A79DCA8E}"/>
              </a:ext>
            </a:extLst>
          </p:cNvPr>
          <p:cNvSpPr/>
          <p:nvPr/>
        </p:nvSpPr>
        <p:spPr>
          <a:xfrm>
            <a:off x="4947820" y="3429000"/>
            <a:ext cx="2296362" cy="38895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28575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600" dirty="0" err="1">
                <a:solidFill>
                  <a:prstClr val="black"/>
                </a:solidFill>
                <a:latin typeface="한컴 말랑말랑 Bold" panose="020F0803000000000000" pitchFamily="50" charset="-127"/>
                <a:ea typeface="한컴 말랑말랑 Bold" panose="020F0803000000000000" pitchFamily="50" charset="-127"/>
              </a:rPr>
              <a:t>식당명</a:t>
            </a:r>
            <a:endParaRPr kumimoji="0" lang="ko-KR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한컴 말랑말랑 Bold" panose="020F0803000000000000" pitchFamily="50" charset="-127"/>
              <a:ea typeface="한컴 말랑말랑 Bold" panose="020F0803000000000000" pitchFamily="50" charset="-127"/>
              <a:cs typeface="+mn-cs"/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D0EB63C4-887D-7FF8-8920-922CE6255EB0}"/>
              </a:ext>
            </a:extLst>
          </p:cNvPr>
          <p:cNvSpPr/>
          <p:nvPr/>
        </p:nvSpPr>
        <p:spPr>
          <a:xfrm>
            <a:off x="4947820" y="3895310"/>
            <a:ext cx="2296362" cy="1355736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28575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600" dirty="0" err="1">
                <a:solidFill>
                  <a:prstClr val="black"/>
                </a:solidFill>
                <a:latin typeface="한컴 말랑말랑 Bold" panose="020F0803000000000000" pitchFamily="50" charset="-127"/>
                <a:ea typeface="한컴 말랑말랑 Bold" panose="020F0803000000000000" pitchFamily="50" charset="-127"/>
              </a:rPr>
              <a:t>한줄평</a:t>
            </a:r>
            <a:endParaRPr kumimoji="0" lang="ko-KR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한컴 말랑말랑 Bold" panose="020F0803000000000000" pitchFamily="50" charset="-127"/>
              <a:ea typeface="한컴 말랑말랑 Bold" panose="020F0803000000000000" pitchFamily="50" charset="-127"/>
              <a:cs typeface="+mn-cs"/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BAD12A94-5AD7-CD18-1FBA-221B38C59CA5}"/>
              </a:ext>
            </a:extLst>
          </p:cNvPr>
          <p:cNvSpPr/>
          <p:nvPr/>
        </p:nvSpPr>
        <p:spPr>
          <a:xfrm>
            <a:off x="5219702" y="5531532"/>
            <a:ext cx="1752598" cy="38895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28575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600" dirty="0">
                <a:solidFill>
                  <a:schemeClr val="tx1"/>
                </a:solidFill>
                <a:latin typeface="한컴 말랑말랑 Bold" panose="020F0803000000000000" pitchFamily="50" charset="-127"/>
                <a:ea typeface="한컴 말랑말랑 Bold" panose="020F0803000000000000" pitchFamily="50" charset="-127"/>
              </a:rPr>
              <a:t>등록하기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3DE9A48-A677-4374-2217-EF9849415F14}"/>
              </a:ext>
            </a:extLst>
          </p:cNvPr>
          <p:cNvSpPr txBox="1"/>
          <p:nvPr/>
        </p:nvSpPr>
        <p:spPr>
          <a:xfrm>
            <a:off x="8836884" y="3331088"/>
            <a:ext cx="299489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한컴 말랑말랑 Regular" panose="020F0303000000000000" pitchFamily="50" charset="-127"/>
                <a:ea typeface="한컴 말랑말랑 Regular" panose="020F0303000000000000" pitchFamily="50" charset="-127"/>
                <a:cs typeface="+mn-cs"/>
              </a:rPr>
              <a:t>식당명</a:t>
            </a:r>
            <a:r>
              <a:rPr kumimoji="0" lang="ko-KR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한컴 말랑말랑 Regular" panose="020F0303000000000000" pitchFamily="50" charset="-127"/>
                <a:ea typeface="한컴 말랑말랑 Regular" panose="020F0303000000000000" pitchFamily="50" charset="-127"/>
                <a:cs typeface="+mn-cs"/>
              </a:rPr>
              <a:t> </a:t>
            </a:r>
            <a:r>
              <a:rPr kumimoji="0" lang="ko-KR" alt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한컴 말랑말랑 Regular" panose="020F0303000000000000" pitchFamily="50" charset="-127"/>
                <a:ea typeface="한컴 말랑말랑 Regular" panose="020F0303000000000000" pitchFamily="50" charset="-127"/>
                <a:cs typeface="+mn-cs"/>
              </a:rPr>
              <a:t>검색시</a:t>
            </a:r>
            <a:r>
              <a:rPr kumimoji="0" lang="ko-KR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한컴 말랑말랑 Regular" panose="020F0303000000000000" pitchFamily="50" charset="-127"/>
                <a:ea typeface="한컴 말랑말랑 Regular" panose="020F0303000000000000" pitchFamily="50" charset="-127"/>
                <a:cs typeface="+mn-cs"/>
              </a:rPr>
              <a:t> </a:t>
            </a:r>
            <a:r>
              <a:rPr kumimoji="0" lang="ko-KR" alt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한컴 말랑말랑 Regular" panose="020F0303000000000000" pitchFamily="50" charset="-127"/>
                <a:ea typeface="한컴 말랑말랑 Regular" panose="020F0303000000000000" pitchFamily="50" charset="-127"/>
                <a:cs typeface="+mn-cs"/>
              </a:rPr>
              <a:t>카카오맵</a:t>
            </a:r>
            <a:r>
              <a:rPr kumimoji="0" lang="ko-KR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한컴 말랑말랑 Regular" panose="020F0303000000000000" pitchFamily="50" charset="-127"/>
                <a:ea typeface="한컴 말랑말랑 Regular" panose="020F0303000000000000" pitchFamily="50" charset="-127"/>
                <a:cs typeface="+mn-cs"/>
              </a:rPr>
              <a:t> 연동하여</a:t>
            </a:r>
            <a:endParaRPr kumimoji="0" lang="en-US" altLang="ko-KR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한컴 말랑말랑 Regular" panose="020F0303000000000000" pitchFamily="50" charset="-127"/>
              <a:ea typeface="한컴 말랑말랑 Regular" panose="020F0303000000000000" pitchFamily="50" charset="-127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한컴 말랑말랑 Regular" panose="020F0303000000000000" pitchFamily="50" charset="-127"/>
                <a:ea typeface="한컴 말랑말랑 Regular" panose="020F0303000000000000" pitchFamily="50" charset="-127"/>
                <a:cs typeface="+mn-cs"/>
              </a:rPr>
              <a:t>좌표값</a:t>
            </a:r>
            <a:r>
              <a:rPr kumimoji="0" lang="ko-KR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한컴 말랑말랑 Regular" panose="020F0303000000000000" pitchFamily="50" charset="-127"/>
                <a:ea typeface="한컴 말랑말랑 Regular" panose="020F0303000000000000" pitchFamily="50" charset="-127"/>
                <a:cs typeface="+mn-cs"/>
              </a:rPr>
              <a:t> 확인 및 지도 표시</a:t>
            </a:r>
            <a:endParaRPr kumimoji="0" lang="en-US" altLang="ko-KR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한컴 말랑말랑 Regular" panose="020F0303000000000000" pitchFamily="50" charset="-127"/>
              <a:ea typeface="한컴 말랑말랑 Regular" panose="020F0303000000000000" pitchFamily="50" charset="-127"/>
              <a:cs typeface="+mn-cs"/>
            </a:endParaRPr>
          </a:p>
        </p:txBody>
      </p:sp>
      <p:cxnSp>
        <p:nvCxnSpPr>
          <p:cNvPr id="10" name="직선 연결선 9">
            <a:extLst>
              <a:ext uri="{FF2B5EF4-FFF2-40B4-BE49-F238E27FC236}">
                <a16:creationId xmlns:a16="http://schemas.microsoft.com/office/drawing/2014/main" id="{0AD6BF2D-BE1D-F9B5-6221-6FB4C4B5D08D}"/>
              </a:ext>
            </a:extLst>
          </p:cNvPr>
          <p:cNvCxnSpPr>
            <a:cxnSpLocks/>
          </p:cNvCxnSpPr>
          <p:nvPr/>
        </p:nvCxnSpPr>
        <p:spPr>
          <a:xfrm>
            <a:off x="7159231" y="3649754"/>
            <a:ext cx="1541424" cy="0"/>
          </a:xfrm>
          <a:prstGeom prst="line">
            <a:avLst/>
          </a:prstGeom>
          <a:ln w="15875">
            <a:solidFill>
              <a:srgbClr val="FF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4151D891-14AB-DF27-48A6-62080173B14F}"/>
              </a:ext>
            </a:extLst>
          </p:cNvPr>
          <p:cNvSpPr txBox="1"/>
          <p:nvPr/>
        </p:nvSpPr>
        <p:spPr>
          <a:xfrm>
            <a:off x="8836884" y="1415004"/>
            <a:ext cx="2826415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한컴 말랑말랑 Regular" panose="020F0303000000000000" pitchFamily="50" charset="-127"/>
                <a:ea typeface="한컴 말랑말랑 Regular" panose="020F0303000000000000" pitchFamily="50" charset="-127"/>
                <a:cs typeface="+mn-cs"/>
              </a:rPr>
              <a:t>클릭 시 사진 업로드</a:t>
            </a:r>
            <a:r>
              <a:rPr kumimoji="0" lang="en-US" altLang="ko-KR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한컴 말랑말랑 Regular" panose="020F0303000000000000" pitchFamily="50" charset="-127"/>
                <a:ea typeface="한컴 말랑말랑 Regular" panose="020F0303000000000000" pitchFamily="50" charset="-127"/>
                <a:cs typeface="+mn-cs"/>
              </a:rPr>
              <a:t>.</a:t>
            </a: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600" dirty="0">
                <a:solidFill>
                  <a:prstClr val="black"/>
                </a:solidFill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업로드 전의</a:t>
            </a:r>
            <a:r>
              <a:rPr lang="en-US" altLang="ko-KR" sz="1600" dirty="0">
                <a:solidFill>
                  <a:prstClr val="black"/>
                </a:solidFill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 </a:t>
            </a:r>
            <a:r>
              <a:rPr lang="ko-KR" altLang="en-US" sz="1600" dirty="0">
                <a:solidFill>
                  <a:prstClr val="black"/>
                </a:solidFill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기존 사진은</a:t>
            </a:r>
            <a:endParaRPr lang="en-US" altLang="ko-KR" sz="1600" dirty="0">
              <a:solidFill>
                <a:prstClr val="black"/>
              </a:solidFill>
              <a:latin typeface="한컴 말랑말랑 Regular" panose="020F0303000000000000" pitchFamily="50" charset="-127"/>
              <a:ea typeface="한컴 말랑말랑 Regular" panose="020F0303000000000000" pitchFamily="50" charset="-127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600" dirty="0" err="1">
                <a:solidFill>
                  <a:prstClr val="black"/>
                </a:solidFill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블러처리된</a:t>
            </a:r>
            <a:r>
              <a:rPr lang="ko-KR" altLang="en-US" sz="1600" dirty="0">
                <a:solidFill>
                  <a:prstClr val="black"/>
                </a:solidFill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 채로</a:t>
            </a:r>
            <a:r>
              <a:rPr lang="en-US" altLang="ko-KR" sz="1600" dirty="0">
                <a:solidFill>
                  <a:prstClr val="black"/>
                </a:solidFill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 </a:t>
            </a:r>
            <a:r>
              <a:rPr lang="ko-KR" altLang="en-US" sz="1600" dirty="0">
                <a:solidFill>
                  <a:prstClr val="black"/>
                </a:solidFill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텍스트 올라오게</a:t>
            </a:r>
            <a:endParaRPr kumimoji="0" lang="en-US" altLang="ko-KR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한컴 말랑말랑 Regular" panose="020F0303000000000000" pitchFamily="50" charset="-127"/>
              <a:ea typeface="한컴 말랑말랑 Regular" panose="020F0303000000000000" pitchFamily="50" charset="-127"/>
              <a:cs typeface="+mn-cs"/>
            </a:endParaRPr>
          </a:p>
        </p:txBody>
      </p:sp>
      <p:cxnSp>
        <p:nvCxnSpPr>
          <p:cNvPr id="19" name="직선 연결선 18">
            <a:extLst>
              <a:ext uri="{FF2B5EF4-FFF2-40B4-BE49-F238E27FC236}">
                <a16:creationId xmlns:a16="http://schemas.microsoft.com/office/drawing/2014/main" id="{4C504AE4-A2BF-98D9-8C3B-1E3094B1E574}"/>
              </a:ext>
            </a:extLst>
          </p:cNvPr>
          <p:cNvCxnSpPr>
            <a:cxnSpLocks/>
          </p:cNvCxnSpPr>
          <p:nvPr/>
        </p:nvCxnSpPr>
        <p:spPr>
          <a:xfrm>
            <a:off x="6972300" y="1830503"/>
            <a:ext cx="1728355" cy="0"/>
          </a:xfrm>
          <a:prstGeom prst="line">
            <a:avLst/>
          </a:prstGeom>
          <a:ln w="15875">
            <a:solidFill>
              <a:srgbClr val="FF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0861391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0BDA67-2CD1-B632-A0A5-F825D266AE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07F59BBE-527F-B8AC-12E7-939481ABE326}"/>
              </a:ext>
            </a:extLst>
          </p:cNvPr>
          <p:cNvSpPr/>
          <p:nvPr/>
        </p:nvSpPr>
        <p:spPr>
          <a:xfrm>
            <a:off x="4345709" y="477982"/>
            <a:ext cx="3500582" cy="5902036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792DC37-A78A-48FA-A685-A6976EB90975}"/>
              </a:ext>
            </a:extLst>
          </p:cNvPr>
          <p:cNvSpPr txBox="1"/>
          <p:nvPr/>
        </p:nvSpPr>
        <p:spPr>
          <a:xfrm>
            <a:off x="157018" y="127123"/>
            <a:ext cx="16203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한컴 말랑말랑 Bold" panose="020F0803000000000000" pitchFamily="50" charset="-127"/>
                <a:ea typeface="한컴 말랑말랑 Bold" panose="020F0803000000000000" pitchFamily="50" charset="-127"/>
                <a:cs typeface="+mn-cs"/>
              </a:rPr>
              <a:t>#2-3.</a:t>
            </a:r>
            <a:r>
              <a: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한컴 말랑말랑 Bold" panose="020F0803000000000000" pitchFamily="50" charset="-127"/>
                <a:ea typeface="한컴 말랑말랑 Bold" panose="020F0803000000000000" pitchFamily="50" charset="-127"/>
                <a:cs typeface="+mn-cs"/>
              </a:rPr>
              <a:t> </a:t>
            </a: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한컴 말랑말랑 Bold" panose="020F0803000000000000" pitchFamily="50" charset="-127"/>
                <a:ea typeface="한컴 말랑말랑 Bold" panose="020F0803000000000000" pitchFamily="50" charset="-127"/>
                <a:cs typeface="+mn-cs"/>
              </a:rPr>
              <a:t>upload</a:t>
            </a: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한컴 말랑말랑 Bold" panose="020F0803000000000000" pitchFamily="50" charset="-127"/>
              <a:ea typeface="한컴 말랑말랑 Bold" panose="020F0803000000000000" pitchFamily="50" charset="-127"/>
              <a:cs typeface="+mn-cs"/>
            </a:endParaRP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43E066D3-3CE3-B150-BD4E-F72BBCDB37C9}"/>
              </a:ext>
            </a:extLst>
          </p:cNvPr>
          <p:cNvSpPr/>
          <p:nvPr/>
        </p:nvSpPr>
        <p:spPr>
          <a:xfrm>
            <a:off x="5188505" y="795406"/>
            <a:ext cx="1814990" cy="197093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28575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한컴 말랑말랑 Bold" panose="020F0803000000000000" pitchFamily="50" charset="-127"/>
                <a:ea typeface="한컴 말랑말랑 Bold" panose="020F0803000000000000" pitchFamily="50" charset="-127"/>
                <a:cs typeface="+mn-cs"/>
              </a:rPr>
              <a:t>사진 업로드</a:t>
            </a:r>
          </a:p>
        </p:txBody>
      </p:sp>
      <p:sp>
        <p:nvSpPr>
          <p:cNvPr id="43" name="직사각형 42">
            <a:extLst>
              <a:ext uri="{FF2B5EF4-FFF2-40B4-BE49-F238E27FC236}">
                <a16:creationId xmlns:a16="http://schemas.microsoft.com/office/drawing/2014/main" id="{EB93F77C-8544-1913-4DE6-FB12AD92871D}"/>
              </a:ext>
            </a:extLst>
          </p:cNvPr>
          <p:cNvSpPr/>
          <p:nvPr/>
        </p:nvSpPr>
        <p:spPr>
          <a:xfrm>
            <a:off x="4947820" y="2962690"/>
            <a:ext cx="2296362" cy="38895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28575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한컴 말랑말랑 Bold" panose="020F0803000000000000" pitchFamily="50" charset="-127"/>
                <a:ea typeface="한컴 말랑말랑 Bold" panose="020F0803000000000000" pitchFamily="50" charset="-127"/>
                <a:cs typeface="+mn-cs"/>
              </a:rPr>
              <a:t>음식명</a:t>
            </a:r>
            <a:endParaRPr kumimoji="0" lang="ko-KR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한컴 말랑말랑 Bold" panose="020F0803000000000000" pitchFamily="50" charset="-127"/>
              <a:ea typeface="한컴 말랑말랑 Bold" panose="020F0803000000000000" pitchFamily="50" charset="-127"/>
              <a:cs typeface="+mn-cs"/>
            </a:endParaRP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27FBE8CC-C9F0-E5BF-CA28-6616D8F7ED3F}"/>
              </a:ext>
            </a:extLst>
          </p:cNvPr>
          <p:cNvSpPr txBox="1"/>
          <p:nvPr/>
        </p:nvSpPr>
        <p:spPr>
          <a:xfrm>
            <a:off x="8836884" y="668472"/>
            <a:ext cx="151035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한컴 말랑말랑 Regular" panose="020F0303000000000000" pitchFamily="50" charset="-127"/>
                <a:ea typeface="한컴 말랑말랑 Regular" panose="020F0303000000000000" pitchFamily="50" charset="-127"/>
                <a:cs typeface="+mn-cs"/>
              </a:rPr>
              <a:t>클릭 시 </a:t>
            </a:r>
            <a:r>
              <a:rPr kumimoji="0" lang="en-US" altLang="ko-KR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한컴 말랑말랑 Regular" panose="020F0303000000000000" pitchFamily="50" charset="-127"/>
                <a:ea typeface="한컴 말랑말랑 Regular" panose="020F0303000000000000" pitchFamily="50" charset="-127"/>
                <a:cs typeface="+mn-cs"/>
              </a:rPr>
              <a:t>#2 </a:t>
            </a:r>
            <a:r>
              <a:rPr kumimoji="0" lang="ko-KR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한컴 말랑말랑 Regular" panose="020F0303000000000000" pitchFamily="50" charset="-127"/>
                <a:ea typeface="한컴 말랑말랑 Regular" panose="020F0303000000000000" pitchFamily="50" charset="-127"/>
                <a:cs typeface="+mn-cs"/>
              </a:rPr>
              <a:t>이동</a:t>
            </a:r>
            <a:endParaRPr kumimoji="0" lang="en-US" altLang="ko-KR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한컴 말랑말랑 Regular" panose="020F0303000000000000" pitchFamily="50" charset="-127"/>
              <a:ea typeface="한컴 말랑말랑 Regular" panose="020F0303000000000000" pitchFamily="50" charset="-127"/>
              <a:cs typeface="+mn-cs"/>
            </a:endParaRPr>
          </a:p>
        </p:txBody>
      </p:sp>
      <p:cxnSp>
        <p:nvCxnSpPr>
          <p:cNvPr id="47" name="직선 연결선 46">
            <a:extLst>
              <a:ext uri="{FF2B5EF4-FFF2-40B4-BE49-F238E27FC236}">
                <a16:creationId xmlns:a16="http://schemas.microsoft.com/office/drawing/2014/main" id="{7FDEB859-0883-1F10-3114-91C275B14BC1}"/>
              </a:ext>
            </a:extLst>
          </p:cNvPr>
          <p:cNvCxnSpPr>
            <a:cxnSpLocks/>
          </p:cNvCxnSpPr>
          <p:nvPr/>
        </p:nvCxnSpPr>
        <p:spPr>
          <a:xfrm>
            <a:off x="7721600" y="837749"/>
            <a:ext cx="979055" cy="0"/>
          </a:xfrm>
          <a:prstGeom prst="line">
            <a:avLst/>
          </a:prstGeom>
          <a:ln w="15875">
            <a:solidFill>
              <a:srgbClr val="FF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이등변 삼각형 47">
            <a:extLst>
              <a:ext uri="{FF2B5EF4-FFF2-40B4-BE49-F238E27FC236}">
                <a16:creationId xmlns:a16="http://schemas.microsoft.com/office/drawing/2014/main" id="{1B00DF66-490D-07A8-3E27-1CF21B6DEFD8}"/>
              </a:ext>
            </a:extLst>
          </p:cNvPr>
          <p:cNvSpPr/>
          <p:nvPr/>
        </p:nvSpPr>
        <p:spPr>
          <a:xfrm rot="16200000">
            <a:off x="7215268" y="686998"/>
            <a:ext cx="419250" cy="361422"/>
          </a:xfrm>
          <a:prstGeom prst="triangle">
            <a:avLst/>
          </a:prstGeom>
          <a:solidFill>
            <a:schemeClr val="accent1">
              <a:lumMod val="20000"/>
              <a:lumOff val="80000"/>
            </a:schemeClr>
          </a:solidFill>
          <a:ln w="28575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CE6C7D0E-13C9-48F9-C465-94083A191521}"/>
              </a:ext>
            </a:extLst>
          </p:cNvPr>
          <p:cNvSpPr/>
          <p:nvPr/>
        </p:nvSpPr>
        <p:spPr>
          <a:xfrm>
            <a:off x="4947820" y="3429000"/>
            <a:ext cx="2296362" cy="38895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28575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한컴 말랑말랑 Bold" panose="020F0803000000000000" pitchFamily="50" charset="-127"/>
                <a:ea typeface="한컴 말랑말랑 Bold" panose="020F0803000000000000" pitchFamily="50" charset="-127"/>
                <a:cs typeface="+mn-cs"/>
              </a:rPr>
              <a:t>식당명</a:t>
            </a:r>
            <a:endParaRPr kumimoji="0" lang="ko-KR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한컴 말랑말랑 Bold" panose="020F0803000000000000" pitchFamily="50" charset="-127"/>
              <a:ea typeface="한컴 말랑말랑 Bold" panose="020F0803000000000000" pitchFamily="50" charset="-127"/>
              <a:cs typeface="+mn-cs"/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F5061E5B-E73E-95F1-FF84-924972C5B02E}"/>
              </a:ext>
            </a:extLst>
          </p:cNvPr>
          <p:cNvSpPr/>
          <p:nvPr/>
        </p:nvSpPr>
        <p:spPr>
          <a:xfrm>
            <a:off x="4947820" y="3895310"/>
            <a:ext cx="2296362" cy="1355736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28575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한컴 말랑말랑 Bold" panose="020F0803000000000000" pitchFamily="50" charset="-127"/>
                <a:ea typeface="한컴 말랑말랑 Bold" panose="020F0803000000000000" pitchFamily="50" charset="-127"/>
                <a:cs typeface="+mn-cs"/>
              </a:rPr>
              <a:t>한줄평</a:t>
            </a:r>
            <a:endParaRPr kumimoji="0" lang="ko-KR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한컴 말랑말랑 Bold" panose="020F0803000000000000" pitchFamily="50" charset="-127"/>
              <a:ea typeface="한컴 말랑말랑 Bold" panose="020F0803000000000000" pitchFamily="50" charset="-127"/>
              <a:cs typeface="+mn-cs"/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D9E03B76-4753-E1A8-8BD0-09FCBB9ADDBA}"/>
              </a:ext>
            </a:extLst>
          </p:cNvPr>
          <p:cNvSpPr/>
          <p:nvPr/>
        </p:nvSpPr>
        <p:spPr>
          <a:xfrm>
            <a:off x="5219702" y="5531532"/>
            <a:ext cx="1752598" cy="38895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28575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한컴 말랑말랑 Bold" panose="020F0803000000000000" pitchFamily="50" charset="-127"/>
                <a:ea typeface="한컴 말랑말랑 Bold" panose="020F0803000000000000" pitchFamily="50" charset="-127"/>
                <a:cs typeface="+mn-cs"/>
              </a:rPr>
              <a:t>등록하기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1E92033-084D-6F64-3588-33D20AED3DDC}"/>
              </a:ext>
            </a:extLst>
          </p:cNvPr>
          <p:cNvSpPr txBox="1"/>
          <p:nvPr/>
        </p:nvSpPr>
        <p:spPr>
          <a:xfrm>
            <a:off x="8836884" y="3135373"/>
            <a:ext cx="299489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한컴 말랑말랑 Regular" panose="020F0303000000000000" pitchFamily="50" charset="-127"/>
                <a:ea typeface="한컴 말랑말랑 Regular" panose="020F0303000000000000" pitchFamily="50" charset="-127"/>
                <a:cs typeface="+mn-cs"/>
              </a:rPr>
              <a:t>기존에 작성되어 있던 내용</a:t>
            </a:r>
            <a:endParaRPr kumimoji="0" lang="en-US" altLang="ko-KR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한컴 말랑말랑 Regular" panose="020F0303000000000000" pitchFamily="50" charset="-127"/>
              <a:ea typeface="한컴 말랑말랑 Regular" panose="020F0303000000000000" pitchFamily="50" charset="-127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600" dirty="0">
                <a:solidFill>
                  <a:prstClr val="black"/>
                </a:solidFill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그대로 출력되도록</a:t>
            </a:r>
            <a:endParaRPr kumimoji="0" lang="en-US" altLang="ko-KR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한컴 말랑말랑 Regular" panose="020F0303000000000000" pitchFamily="50" charset="-127"/>
              <a:ea typeface="한컴 말랑말랑 Regular" panose="020F0303000000000000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2068069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8AB2D3-A759-D2AB-0A53-A0742C9D13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CCD458FD-3987-16FD-EF5F-DAA886BD983B}"/>
              </a:ext>
            </a:extLst>
          </p:cNvPr>
          <p:cNvSpPr/>
          <p:nvPr/>
        </p:nvSpPr>
        <p:spPr>
          <a:xfrm>
            <a:off x="4345709" y="477982"/>
            <a:ext cx="3500582" cy="5902036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18A8C73-B71A-25EA-1FCF-7969CCDB9659}"/>
              </a:ext>
            </a:extLst>
          </p:cNvPr>
          <p:cNvSpPr txBox="1"/>
          <p:nvPr/>
        </p:nvSpPr>
        <p:spPr>
          <a:xfrm>
            <a:off x="157018" y="127123"/>
            <a:ext cx="109946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한컴 말랑말랑 Bold" panose="020F0803000000000000" pitchFamily="50" charset="-127"/>
                <a:ea typeface="한컴 말랑말랑 Bold" panose="020F0803000000000000" pitchFamily="50" charset="-127"/>
                <a:cs typeface="+mn-cs"/>
              </a:rPr>
              <a:t>#3.</a:t>
            </a:r>
            <a:r>
              <a: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한컴 말랑말랑 Bold" panose="020F0803000000000000" pitchFamily="50" charset="-127"/>
                <a:ea typeface="한컴 말랑말랑 Bold" panose="020F0803000000000000" pitchFamily="50" charset="-127"/>
                <a:cs typeface="+mn-cs"/>
              </a:rPr>
              <a:t> </a:t>
            </a: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한컴 말랑말랑 Bold" panose="020F0803000000000000" pitchFamily="50" charset="-127"/>
                <a:ea typeface="한컴 말랑말랑 Bold" panose="020F0803000000000000" pitchFamily="50" charset="-127"/>
                <a:cs typeface="+mn-cs"/>
              </a:rPr>
              <a:t>map</a:t>
            </a: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한컴 말랑말랑 Bold" panose="020F0803000000000000" pitchFamily="50" charset="-127"/>
              <a:ea typeface="한컴 말랑말랑 Bold" panose="020F0803000000000000" pitchFamily="50" charset="-127"/>
              <a:cs typeface="+mn-cs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1555A53-4545-8022-9BB3-B675386F90FF}"/>
              </a:ext>
            </a:extLst>
          </p:cNvPr>
          <p:cNvSpPr txBox="1"/>
          <p:nvPr/>
        </p:nvSpPr>
        <p:spPr>
          <a:xfrm>
            <a:off x="4482206" y="637697"/>
            <a:ext cx="206894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 dirty="0">
                <a:latin typeface="한컴 말랑말랑 Bold" panose="020F0803000000000000" pitchFamily="50" charset="-127"/>
                <a:ea typeface="한컴 말랑말랑 Bold" panose="020F0803000000000000" pitchFamily="50" charset="-127"/>
              </a:rPr>
              <a:t>맛집도</a:t>
            </a:r>
          </a:p>
        </p:txBody>
      </p:sp>
      <p:pic>
        <p:nvPicPr>
          <p:cNvPr id="10" name="그림 9" descr="카카오 지도에 여러개의 마커 표시하기">
            <a:extLst>
              <a:ext uri="{FF2B5EF4-FFF2-40B4-BE49-F238E27FC236}">
                <a16:creationId xmlns:a16="http://schemas.microsoft.com/office/drawing/2014/main" id="{11BEBA7F-F19A-F912-97E0-0AF89F10C43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18573" y="1660671"/>
            <a:ext cx="3154854" cy="2762250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736872A5-1DBD-14B6-4C7D-26ED8182D828}"/>
              </a:ext>
            </a:extLst>
          </p:cNvPr>
          <p:cNvSpPr txBox="1"/>
          <p:nvPr/>
        </p:nvSpPr>
        <p:spPr>
          <a:xfrm>
            <a:off x="8836884" y="2278019"/>
            <a:ext cx="2747868" cy="143116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600" dirty="0"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카카오지도 활용하여 </a:t>
            </a:r>
            <a:endParaRPr lang="en-US" altLang="ko-KR" sz="1600" dirty="0">
              <a:latin typeface="한컴 말랑말랑 Regular" panose="020F0303000000000000" pitchFamily="50" charset="-127"/>
              <a:ea typeface="한컴 말랑말랑 Regular" panose="020F0303000000000000" pitchFamily="50" charset="-127"/>
            </a:endParaRPr>
          </a:p>
          <a:p>
            <a:r>
              <a:rPr lang="ko-KR" altLang="en-US" sz="1600" dirty="0"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등록된 맛집들</a:t>
            </a:r>
            <a:r>
              <a:rPr lang="en-US" altLang="ko-KR" sz="1600" dirty="0"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 </a:t>
            </a:r>
            <a:r>
              <a:rPr lang="ko-KR" altLang="en-US" sz="1600" dirty="0"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마커로 노출</a:t>
            </a:r>
            <a:endParaRPr lang="en-US" altLang="ko-KR" sz="1600" dirty="0">
              <a:latin typeface="한컴 말랑말랑 Regular" panose="020F0303000000000000" pitchFamily="50" charset="-127"/>
              <a:ea typeface="한컴 말랑말랑 Regular" panose="020F0303000000000000" pitchFamily="50" charset="-127"/>
            </a:endParaRPr>
          </a:p>
          <a:p>
            <a:endParaRPr lang="en-US" altLang="ko-KR" sz="1600" dirty="0">
              <a:latin typeface="한컴 말랑말랑 Regular" panose="020F0303000000000000" pitchFamily="50" charset="-127"/>
              <a:ea typeface="한컴 말랑말랑 Regular" panose="020F0303000000000000" pitchFamily="50" charset="-127"/>
            </a:endParaRPr>
          </a:p>
          <a:p>
            <a:r>
              <a:rPr lang="ko-KR" altLang="en-US" sz="1600" dirty="0"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마커 중 하나를 누를 시</a:t>
            </a:r>
            <a:endParaRPr lang="en-US" altLang="ko-KR" sz="1600" dirty="0">
              <a:latin typeface="한컴 말랑말랑 Regular" panose="020F0303000000000000" pitchFamily="50" charset="-127"/>
              <a:ea typeface="한컴 말랑말랑 Regular" panose="020F0303000000000000" pitchFamily="50" charset="-127"/>
            </a:endParaRPr>
          </a:p>
          <a:p>
            <a:r>
              <a:rPr lang="en-US" altLang="ko-KR" sz="1600" dirty="0"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#3-2</a:t>
            </a:r>
            <a:r>
              <a:rPr lang="ko-KR" altLang="en-US" sz="1600" dirty="0"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로 이동 </a:t>
            </a:r>
            <a:r>
              <a:rPr lang="en-US" altLang="ko-KR" sz="1600" dirty="0"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(</a:t>
            </a:r>
            <a:r>
              <a:rPr lang="ko-KR" altLang="en-US" sz="1600" dirty="0"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혹은 변화</a:t>
            </a:r>
            <a:r>
              <a:rPr lang="en-US" altLang="ko-KR" sz="1600" dirty="0"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)</a:t>
            </a:r>
            <a:endParaRPr lang="ko-KR" altLang="en-US" sz="1600" dirty="0">
              <a:latin typeface="한컴 말랑말랑 Regular" panose="020F0303000000000000" pitchFamily="50" charset="-127"/>
              <a:ea typeface="한컴 말랑말랑 Regular" panose="020F0303000000000000" pitchFamily="50" charset="-127"/>
            </a:endParaRPr>
          </a:p>
          <a:p>
            <a:r>
              <a:rPr lang="en-US" altLang="ko-KR" sz="700" dirty="0"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"C:\Users\Admin\mbca\Web\Ex\Day13\07_kakaomap.html"</a:t>
            </a:r>
            <a:r>
              <a:rPr lang="ko-KR" altLang="en-US" sz="700" dirty="0"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 </a:t>
            </a:r>
            <a:endParaRPr lang="en-US" altLang="ko-KR" sz="700" dirty="0">
              <a:latin typeface="한컴 말랑말랑 Regular" panose="020F0303000000000000" pitchFamily="50" charset="-127"/>
              <a:ea typeface="한컴 말랑말랑 Regular" panose="020F0303000000000000" pitchFamily="50" charset="-127"/>
            </a:endParaRPr>
          </a:p>
        </p:txBody>
      </p:sp>
      <p:cxnSp>
        <p:nvCxnSpPr>
          <p:cNvPr id="12" name="직선 연결선 11">
            <a:extLst>
              <a:ext uri="{FF2B5EF4-FFF2-40B4-BE49-F238E27FC236}">
                <a16:creationId xmlns:a16="http://schemas.microsoft.com/office/drawing/2014/main" id="{5D0B023C-7395-716D-2FAE-D461F46836C9}"/>
              </a:ext>
            </a:extLst>
          </p:cNvPr>
          <p:cNvCxnSpPr>
            <a:cxnSpLocks/>
          </p:cNvCxnSpPr>
          <p:nvPr/>
        </p:nvCxnSpPr>
        <p:spPr>
          <a:xfrm>
            <a:off x="7210425" y="2624268"/>
            <a:ext cx="1490230" cy="0"/>
          </a:xfrm>
          <a:prstGeom prst="line">
            <a:avLst/>
          </a:prstGeom>
          <a:ln w="15875">
            <a:solidFill>
              <a:srgbClr val="FF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5AA49D2D-1D23-5A0A-BA4D-21FAD6F316E2}"/>
              </a:ext>
            </a:extLst>
          </p:cNvPr>
          <p:cNvSpPr txBox="1"/>
          <p:nvPr/>
        </p:nvSpPr>
        <p:spPr>
          <a:xfrm>
            <a:off x="8836884" y="668472"/>
            <a:ext cx="147187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600" dirty="0"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클릭 시 </a:t>
            </a:r>
            <a:r>
              <a:rPr lang="en-US" altLang="ko-KR" sz="1600" dirty="0"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#1 </a:t>
            </a:r>
            <a:r>
              <a:rPr lang="ko-KR" altLang="en-US" sz="1600" dirty="0"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이동</a:t>
            </a:r>
            <a:endParaRPr lang="en-US" altLang="ko-KR" sz="1600" dirty="0">
              <a:latin typeface="한컴 말랑말랑 Regular" panose="020F0303000000000000" pitchFamily="50" charset="-127"/>
              <a:ea typeface="한컴 말랑말랑 Regular" panose="020F0303000000000000" pitchFamily="50" charset="-127"/>
            </a:endParaRPr>
          </a:p>
        </p:txBody>
      </p:sp>
      <p:cxnSp>
        <p:nvCxnSpPr>
          <p:cNvPr id="15" name="직선 연결선 14">
            <a:extLst>
              <a:ext uri="{FF2B5EF4-FFF2-40B4-BE49-F238E27FC236}">
                <a16:creationId xmlns:a16="http://schemas.microsoft.com/office/drawing/2014/main" id="{CE471EA2-48C0-7821-5852-3DB8B969E576}"/>
              </a:ext>
            </a:extLst>
          </p:cNvPr>
          <p:cNvCxnSpPr>
            <a:cxnSpLocks/>
          </p:cNvCxnSpPr>
          <p:nvPr/>
        </p:nvCxnSpPr>
        <p:spPr>
          <a:xfrm>
            <a:off x="7721600" y="837749"/>
            <a:ext cx="979055" cy="0"/>
          </a:xfrm>
          <a:prstGeom prst="line">
            <a:avLst/>
          </a:prstGeom>
          <a:ln w="15875">
            <a:solidFill>
              <a:srgbClr val="FF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이등변 삼각형 15">
            <a:extLst>
              <a:ext uri="{FF2B5EF4-FFF2-40B4-BE49-F238E27FC236}">
                <a16:creationId xmlns:a16="http://schemas.microsoft.com/office/drawing/2014/main" id="{BFA95599-E009-DAEE-3512-B7230DD7E22A}"/>
              </a:ext>
            </a:extLst>
          </p:cNvPr>
          <p:cNvSpPr/>
          <p:nvPr/>
        </p:nvSpPr>
        <p:spPr>
          <a:xfrm rot="16200000">
            <a:off x="7215268" y="686998"/>
            <a:ext cx="419250" cy="361422"/>
          </a:xfrm>
          <a:prstGeom prst="triangle">
            <a:avLst/>
          </a:prstGeom>
          <a:solidFill>
            <a:schemeClr val="accent1">
              <a:lumMod val="20000"/>
              <a:lumOff val="80000"/>
            </a:schemeClr>
          </a:solidFill>
          <a:ln w="28575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F729BC5A-BF72-8ACD-B2C3-5A43FCE122DA}"/>
              </a:ext>
            </a:extLst>
          </p:cNvPr>
          <p:cNvSpPr/>
          <p:nvPr/>
        </p:nvSpPr>
        <p:spPr>
          <a:xfrm>
            <a:off x="5202960" y="4742404"/>
            <a:ext cx="1786080" cy="34287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28575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20" name="그림 19">
            <a:extLst>
              <a:ext uri="{FF2B5EF4-FFF2-40B4-BE49-F238E27FC236}">
                <a16:creationId xmlns:a16="http://schemas.microsoft.com/office/drawing/2014/main" id="{5F74750A-10A6-E12A-B288-845906E1C57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20411" y="4803095"/>
            <a:ext cx="232455" cy="232455"/>
          </a:xfrm>
          <a:prstGeom prst="rect">
            <a:avLst/>
          </a:prstGeom>
        </p:spPr>
      </p:pic>
      <p:sp>
        <p:nvSpPr>
          <p:cNvPr id="22" name="직사각형 21">
            <a:extLst>
              <a:ext uri="{FF2B5EF4-FFF2-40B4-BE49-F238E27FC236}">
                <a16:creationId xmlns:a16="http://schemas.microsoft.com/office/drawing/2014/main" id="{1734749D-CC26-11FF-94E7-FD9266F2FD75}"/>
              </a:ext>
            </a:extLst>
          </p:cNvPr>
          <p:cNvSpPr/>
          <p:nvPr/>
        </p:nvSpPr>
        <p:spPr>
          <a:xfrm>
            <a:off x="5413668" y="5329608"/>
            <a:ext cx="1364665" cy="34287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28575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600" dirty="0" err="1">
                <a:solidFill>
                  <a:schemeClr val="tx1"/>
                </a:solidFill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맛식당</a:t>
            </a:r>
            <a:r>
              <a:rPr lang="ko-KR" altLang="en-US" sz="1600" dirty="0">
                <a:solidFill>
                  <a:schemeClr val="tx1"/>
                </a:solidFill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 등록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75584DB6-4E7A-6B83-895D-542C234D945F}"/>
              </a:ext>
            </a:extLst>
          </p:cNvPr>
          <p:cNvSpPr txBox="1"/>
          <p:nvPr/>
        </p:nvSpPr>
        <p:spPr>
          <a:xfrm>
            <a:off x="8836884" y="4583877"/>
            <a:ext cx="170271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600" dirty="0" err="1"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검색창</a:t>
            </a:r>
            <a:r>
              <a:rPr lang="ko-KR" altLang="en-US" sz="1600" dirty="0"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 기능</a:t>
            </a:r>
            <a:endParaRPr lang="en-US" altLang="ko-KR" sz="1600" dirty="0">
              <a:latin typeface="한컴 말랑말랑 Regular" panose="020F0303000000000000" pitchFamily="50" charset="-127"/>
              <a:ea typeface="한컴 말랑말랑 Regular" panose="020F0303000000000000" pitchFamily="50" charset="-127"/>
            </a:endParaRPr>
          </a:p>
          <a:p>
            <a:r>
              <a:rPr lang="ko-KR" altLang="en-US" sz="1600" dirty="0"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검색 시 </a:t>
            </a:r>
            <a:r>
              <a:rPr lang="en-US" altLang="ko-KR" sz="1600" dirty="0"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#3-1 </a:t>
            </a:r>
            <a:r>
              <a:rPr lang="ko-KR" altLang="en-US" sz="1600" dirty="0"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이동</a:t>
            </a:r>
            <a:endParaRPr lang="en-US" altLang="ko-KR" sz="1600" dirty="0">
              <a:latin typeface="한컴 말랑말랑 Regular" panose="020F0303000000000000" pitchFamily="50" charset="-127"/>
              <a:ea typeface="한컴 말랑말랑 Regular" panose="020F0303000000000000" pitchFamily="50" charset="-127"/>
            </a:endParaRPr>
          </a:p>
        </p:txBody>
      </p:sp>
      <p:cxnSp>
        <p:nvCxnSpPr>
          <p:cNvPr id="24" name="직선 연결선 23">
            <a:extLst>
              <a:ext uri="{FF2B5EF4-FFF2-40B4-BE49-F238E27FC236}">
                <a16:creationId xmlns:a16="http://schemas.microsoft.com/office/drawing/2014/main" id="{A0004A7A-FD53-9CFA-1DD2-E0141486C509}"/>
              </a:ext>
            </a:extLst>
          </p:cNvPr>
          <p:cNvCxnSpPr>
            <a:cxnSpLocks/>
          </p:cNvCxnSpPr>
          <p:nvPr/>
        </p:nvCxnSpPr>
        <p:spPr>
          <a:xfrm>
            <a:off x="7210425" y="4928559"/>
            <a:ext cx="1490230" cy="0"/>
          </a:xfrm>
          <a:prstGeom prst="line">
            <a:avLst/>
          </a:prstGeom>
          <a:ln w="15875">
            <a:solidFill>
              <a:srgbClr val="FF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650A0E38-032E-0AF5-20CC-BC43AEA16AA8}"/>
              </a:ext>
            </a:extLst>
          </p:cNvPr>
          <p:cNvSpPr txBox="1"/>
          <p:nvPr/>
        </p:nvSpPr>
        <p:spPr>
          <a:xfrm>
            <a:off x="8836884" y="5333925"/>
            <a:ext cx="170271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600" dirty="0"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클릭 시 </a:t>
            </a:r>
            <a:r>
              <a:rPr lang="en-US" altLang="ko-KR" sz="1600" dirty="0"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#2-2 </a:t>
            </a:r>
            <a:r>
              <a:rPr lang="ko-KR" altLang="en-US" sz="1600" dirty="0"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이동</a:t>
            </a:r>
            <a:endParaRPr lang="en-US" altLang="ko-KR" sz="1600" dirty="0">
              <a:latin typeface="한컴 말랑말랑 Regular" panose="020F0303000000000000" pitchFamily="50" charset="-127"/>
              <a:ea typeface="한컴 말랑말랑 Regular" panose="020F0303000000000000" pitchFamily="50" charset="-127"/>
            </a:endParaRPr>
          </a:p>
        </p:txBody>
      </p:sp>
      <p:cxnSp>
        <p:nvCxnSpPr>
          <p:cNvPr id="27" name="직선 연결선 26">
            <a:extLst>
              <a:ext uri="{FF2B5EF4-FFF2-40B4-BE49-F238E27FC236}">
                <a16:creationId xmlns:a16="http://schemas.microsoft.com/office/drawing/2014/main" id="{49AD107F-2800-AFD8-55BE-1F4C8AA69F7D}"/>
              </a:ext>
            </a:extLst>
          </p:cNvPr>
          <p:cNvCxnSpPr>
            <a:cxnSpLocks/>
          </p:cNvCxnSpPr>
          <p:nvPr/>
        </p:nvCxnSpPr>
        <p:spPr>
          <a:xfrm>
            <a:off x="6989040" y="5501043"/>
            <a:ext cx="1711615" cy="0"/>
          </a:xfrm>
          <a:prstGeom prst="line">
            <a:avLst/>
          </a:prstGeom>
          <a:ln w="15875">
            <a:solidFill>
              <a:srgbClr val="FF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812401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F396A7-B36C-A0C0-8CAC-E140A033C3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1EB9677A-E048-4B9B-748F-10564C622BF5}"/>
              </a:ext>
            </a:extLst>
          </p:cNvPr>
          <p:cNvSpPr/>
          <p:nvPr/>
        </p:nvSpPr>
        <p:spPr>
          <a:xfrm>
            <a:off x="4345709" y="477982"/>
            <a:ext cx="3500582" cy="5902036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B52EBC7-CEC7-6A96-A658-678087C6741F}"/>
              </a:ext>
            </a:extLst>
          </p:cNvPr>
          <p:cNvSpPr txBox="1"/>
          <p:nvPr/>
        </p:nvSpPr>
        <p:spPr>
          <a:xfrm>
            <a:off x="157018" y="127123"/>
            <a:ext cx="13195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한컴 말랑말랑 Bold" panose="020F0803000000000000" pitchFamily="50" charset="-127"/>
                <a:ea typeface="한컴 말랑말랑 Bold" panose="020F0803000000000000" pitchFamily="50" charset="-127"/>
                <a:cs typeface="+mn-cs"/>
              </a:rPr>
              <a:t>#3-1.</a:t>
            </a:r>
            <a:r>
              <a: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한컴 말랑말랑 Bold" panose="020F0803000000000000" pitchFamily="50" charset="-127"/>
                <a:ea typeface="한컴 말랑말랑 Bold" panose="020F0803000000000000" pitchFamily="50" charset="-127"/>
                <a:cs typeface="+mn-cs"/>
              </a:rPr>
              <a:t> </a:t>
            </a: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한컴 말랑말랑 Bold" panose="020F0803000000000000" pitchFamily="50" charset="-127"/>
                <a:ea typeface="한컴 말랑말랑 Bold" panose="020F0803000000000000" pitchFamily="50" charset="-127"/>
                <a:cs typeface="+mn-cs"/>
              </a:rPr>
              <a:t>map</a:t>
            </a: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한컴 말랑말랑 Bold" panose="020F0803000000000000" pitchFamily="50" charset="-127"/>
              <a:ea typeface="한컴 말랑말랑 Bold" panose="020F0803000000000000" pitchFamily="50" charset="-127"/>
              <a:cs typeface="+mn-cs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70363D9-A846-3B98-F7FA-AA526BB3D8CA}"/>
              </a:ext>
            </a:extLst>
          </p:cNvPr>
          <p:cNvSpPr txBox="1"/>
          <p:nvPr/>
        </p:nvSpPr>
        <p:spPr>
          <a:xfrm>
            <a:off x="4482206" y="637697"/>
            <a:ext cx="206894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한컴 말랑말랑 Bold" panose="020F0803000000000000" pitchFamily="50" charset="-127"/>
                <a:ea typeface="한컴 말랑말랑 Bold" panose="020F0803000000000000" pitchFamily="50" charset="-127"/>
                <a:cs typeface="+mn-cs"/>
              </a:rPr>
              <a:t>맛집도</a:t>
            </a:r>
          </a:p>
        </p:txBody>
      </p:sp>
      <p:pic>
        <p:nvPicPr>
          <p:cNvPr id="10" name="그림 9" descr="카카오 지도에 여러개의 마커 표시하기">
            <a:extLst>
              <a:ext uri="{FF2B5EF4-FFF2-40B4-BE49-F238E27FC236}">
                <a16:creationId xmlns:a16="http://schemas.microsoft.com/office/drawing/2014/main" id="{97DB4CDC-4116-7BE6-5EC5-E6FCB24A4EB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18573" y="1660671"/>
            <a:ext cx="3154854" cy="2762250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CBD15B14-DB2E-27CE-B2C3-85AFE4A9E135}"/>
              </a:ext>
            </a:extLst>
          </p:cNvPr>
          <p:cNvSpPr txBox="1"/>
          <p:nvPr/>
        </p:nvSpPr>
        <p:spPr>
          <a:xfrm>
            <a:off x="259680" y="2092967"/>
            <a:ext cx="3776996" cy="192360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600" dirty="0">
                <a:solidFill>
                  <a:prstClr val="black"/>
                </a:solidFill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검색에 따라 유사 장소들 노출</a:t>
            </a:r>
            <a:r>
              <a:rPr lang="en-US" altLang="ko-KR" sz="1600" dirty="0">
                <a:solidFill>
                  <a:prstClr val="black"/>
                </a:solidFill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,</a:t>
            </a: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한컴 말랑말랑 Regular" panose="020F0303000000000000" pitchFamily="50" charset="-127"/>
                <a:ea typeface="한컴 말랑말랑 Regular" panose="020F0303000000000000" pitchFamily="50" charset="-127"/>
                <a:cs typeface="+mn-cs"/>
              </a:rPr>
              <a:t>장소 확정하여 클릭 시 </a:t>
            </a:r>
            <a:r>
              <a:rPr lang="en-US" altLang="ko-KR" sz="1600" dirty="0">
                <a:solidFill>
                  <a:prstClr val="black"/>
                </a:solidFill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#3-2 </a:t>
            </a:r>
            <a:r>
              <a:rPr lang="ko-KR" altLang="en-US" sz="1600" dirty="0">
                <a:solidFill>
                  <a:prstClr val="black"/>
                </a:solidFill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이동</a:t>
            </a:r>
            <a:endParaRPr lang="en-US" altLang="ko-KR" sz="1600" dirty="0">
              <a:solidFill>
                <a:prstClr val="black"/>
              </a:solidFill>
              <a:latin typeface="한컴 말랑말랑 Regular" panose="020F0303000000000000" pitchFamily="50" charset="-127"/>
              <a:ea typeface="한컴 말랑말랑 Regular" panose="020F0303000000000000" pitchFamily="50" charset="-127"/>
            </a:endParaRPr>
          </a:p>
          <a:p>
            <a:r>
              <a:rPr lang="en-US" altLang="ko-KR" sz="700" dirty="0">
                <a:solidFill>
                  <a:prstClr val="black"/>
                </a:solidFill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https://apis.map.kakao.com/web/sample/keywordList/</a:t>
            </a: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한컴 말랑말랑 Regular" panose="020F0303000000000000" pitchFamily="50" charset="-127"/>
              <a:ea typeface="한컴 말랑말랑 Regular" panose="020F0303000000000000" pitchFamily="50" charset="-127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한컴 말랑말랑 Regular" panose="020F0303000000000000" pitchFamily="50" charset="-127"/>
                <a:ea typeface="한컴 말랑말랑 Regular" panose="020F0303000000000000" pitchFamily="50" charset="-127"/>
                <a:cs typeface="+mn-cs"/>
              </a:rPr>
              <a:t>마커로 지정된 장소만 </a:t>
            </a:r>
            <a:endParaRPr kumimoji="0" lang="en-US" altLang="ko-KR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한컴 말랑말랑 Regular" panose="020F0303000000000000" pitchFamily="50" charset="-127"/>
              <a:ea typeface="한컴 말랑말랑 Regular" panose="020F0303000000000000" pitchFamily="50" charset="-127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한컴 말랑말랑 Regular" panose="020F0303000000000000" pitchFamily="50" charset="-127"/>
                <a:ea typeface="한컴 말랑말랑 Regular" panose="020F0303000000000000" pitchFamily="50" charset="-127"/>
                <a:cs typeface="+mn-cs"/>
              </a:rPr>
              <a:t>검색 가능할지</a:t>
            </a:r>
            <a:r>
              <a:rPr lang="en-US" altLang="ko-KR" sz="1600" dirty="0">
                <a:solidFill>
                  <a:prstClr val="black"/>
                </a:solidFill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 </a:t>
            </a:r>
            <a:r>
              <a:rPr lang="ko-KR" altLang="en-US" sz="1600" dirty="0">
                <a:solidFill>
                  <a:prstClr val="black"/>
                </a:solidFill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확인 필요</a:t>
            </a:r>
            <a:endParaRPr lang="en-US" altLang="ko-KR" sz="1600" dirty="0">
              <a:solidFill>
                <a:prstClr val="black"/>
              </a:solidFill>
              <a:latin typeface="한컴 말랑말랑 Regular" panose="020F0303000000000000" pitchFamily="50" charset="-127"/>
              <a:ea typeface="한컴 말랑말랑 Regular" panose="020F0303000000000000" pitchFamily="50" charset="-127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한컴 말랑말랑 Regular" panose="020F0303000000000000" pitchFamily="50" charset="-127"/>
                <a:ea typeface="한컴 말랑말랑 Regular" panose="020F0303000000000000" pitchFamily="50" charset="-127"/>
                <a:cs typeface="+mn-cs"/>
              </a:rPr>
              <a:t> : </a:t>
            </a:r>
            <a:r>
              <a:rPr kumimoji="0" lang="ko-KR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한컴 말랑말랑 Regular" panose="020F0303000000000000" pitchFamily="50" charset="-127"/>
                <a:ea typeface="한컴 말랑말랑 Regular" panose="020F0303000000000000" pitchFamily="50" charset="-127"/>
                <a:cs typeface="+mn-cs"/>
              </a:rPr>
              <a:t>불가할 시 중간 구성 하나 더 필요</a:t>
            </a:r>
            <a:r>
              <a:rPr kumimoji="0" lang="en-US" altLang="ko-KR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한컴 말랑말랑 Regular" panose="020F0303000000000000" pitchFamily="50" charset="-127"/>
                <a:ea typeface="한컴 말랑말랑 Regular" panose="020F0303000000000000" pitchFamily="50" charset="-127"/>
                <a:cs typeface="+mn-cs"/>
              </a:rPr>
              <a:t>/</a:t>
            </a: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한컴 말랑말랑 Regular" panose="020F0303000000000000" pitchFamily="50" charset="-127"/>
                <a:ea typeface="한컴 말랑말랑 Regular" panose="020F0303000000000000" pitchFamily="50" charset="-127"/>
                <a:cs typeface="+mn-cs"/>
              </a:rPr>
              <a:t>  </a:t>
            </a:r>
            <a:r>
              <a:rPr kumimoji="0" lang="ko-KR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한컴 말랑말랑 Regular" panose="020F0303000000000000" pitchFamily="50" charset="-127"/>
                <a:ea typeface="한컴 말랑말랑 Regular" panose="020F0303000000000000" pitchFamily="50" charset="-127"/>
                <a:cs typeface="+mn-cs"/>
              </a:rPr>
              <a:t>검색된 장소로 마커를 더 추가할지 어떨지</a:t>
            </a:r>
            <a:r>
              <a:rPr lang="en-US" altLang="ko-KR" sz="1600" dirty="0">
                <a:solidFill>
                  <a:prstClr val="black"/>
                </a:solidFill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..</a:t>
            </a:r>
            <a:endParaRPr kumimoji="0" lang="ko-KR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한컴 말랑말랑 Regular" panose="020F0303000000000000" pitchFamily="50" charset="-127"/>
              <a:ea typeface="한컴 말랑말랑 Regular" panose="020F0303000000000000" pitchFamily="50" charset="-127"/>
              <a:cs typeface="+mn-cs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663ED7C-1663-C7B8-CCD7-AC182A903824}"/>
              </a:ext>
            </a:extLst>
          </p:cNvPr>
          <p:cNvSpPr txBox="1"/>
          <p:nvPr/>
        </p:nvSpPr>
        <p:spPr>
          <a:xfrm>
            <a:off x="8836884" y="668472"/>
            <a:ext cx="147187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한컴 말랑말랑 Regular" panose="020F0303000000000000" pitchFamily="50" charset="-127"/>
                <a:ea typeface="한컴 말랑말랑 Regular" panose="020F0303000000000000" pitchFamily="50" charset="-127"/>
                <a:cs typeface="+mn-cs"/>
              </a:rPr>
              <a:t>클릭 시 </a:t>
            </a:r>
            <a:r>
              <a:rPr kumimoji="0" lang="en-US" altLang="ko-KR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한컴 말랑말랑 Regular" panose="020F0303000000000000" pitchFamily="50" charset="-127"/>
                <a:ea typeface="한컴 말랑말랑 Regular" panose="020F0303000000000000" pitchFamily="50" charset="-127"/>
                <a:cs typeface="+mn-cs"/>
              </a:rPr>
              <a:t>#1 </a:t>
            </a:r>
            <a:r>
              <a:rPr kumimoji="0" lang="ko-KR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한컴 말랑말랑 Regular" panose="020F0303000000000000" pitchFamily="50" charset="-127"/>
                <a:ea typeface="한컴 말랑말랑 Regular" panose="020F0303000000000000" pitchFamily="50" charset="-127"/>
                <a:cs typeface="+mn-cs"/>
              </a:rPr>
              <a:t>이동</a:t>
            </a:r>
            <a:endParaRPr kumimoji="0" lang="en-US" altLang="ko-KR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한컴 말랑말랑 Regular" panose="020F0303000000000000" pitchFamily="50" charset="-127"/>
              <a:ea typeface="한컴 말랑말랑 Regular" panose="020F0303000000000000" pitchFamily="50" charset="-127"/>
              <a:cs typeface="+mn-cs"/>
            </a:endParaRPr>
          </a:p>
        </p:txBody>
      </p:sp>
      <p:cxnSp>
        <p:nvCxnSpPr>
          <p:cNvPr id="15" name="직선 연결선 14">
            <a:extLst>
              <a:ext uri="{FF2B5EF4-FFF2-40B4-BE49-F238E27FC236}">
                <a16:creationId xmlns:a16="http://schemas.microsoft.com/office/drawing/2014/main" id="{9DA1D753-C397-31CC-300B-364F330F554B}"/>
              </a:ext>
            </a:extLst>
          </p:cNvPr>
          <p:cNvCxnSpPr>
            <a:cxnSpLocks/>
          </p:cNvCxnSpPr>
          <p:nvPr/>
        </p:nvCxnSpPr>
        <p:spPr>
          <a:xfrm>
            <a:off x="7721600" y="837749"/>
            <a:ext cx="979055" cy="0"/>
          </a:xfrm>
          <a:prstGeom prst="line">
            <a:avLst/>
          </a:prstGeom>
          <a:ln w="15875">
            <a:solidFill>
              <a:srgbClr val="FF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이등변 삼각형 15">
            <a:extLst>
              <a:ext uri="{FF2B5EF4-FFF2-40B4-BE49-F238E27FC236}">
                <a16:creationId xmlns:a16="http://schemas.microsoft.com/office/drawing/2014/main" id="{5F708D64-A8A6-A2D0-758C-89D5D46B7D5C}"/>
              </a:ext>
            </a:extLst>
          </p:cNvPr>
          <p:cNvSpPr/>
          <p:nvPr/>
        </p:nvSpPr>
        <p:spPr>
          <a:xfrm rot="16200000">
            <a:off x="7215268" y="686998"/>
            <a:ext cx="419250" cy="361422"/>
          </a:xfrm>
          <a:prstGeom prst="triangle">
            <a:avLst/>
          </a:prstGeom>
          <a:solidFill>
            <a:schemeClr val="accent1">
              <a:lumMod val="20000"/>
              <a:lumOff val="80000"/>
            </a:schemeClr>
          </a:solidFill>
          <a:ln w="28575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3F6B4067-01EC-C39E-8112-88BC29BF48EA}"/>
              </a:ext>
            </a:extLst>
          </p:cNvPr>
          <p:cNvSpPr/>
          <p:nvPr/>
        </p:nvSpPr>
        <p:spPr>
          <a:xfrm>
            <a:off x="5202960" y="4742404"/>
            <a:ext cx="1786080" cy="34287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28575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pic>
        <p:nvPicPr>
          <p:cNvPr id="20" name="그림 19">
            <a:extLst>
              <a:ext uri="{FF2B5EF4-FFF2-40B4-BE49-F238E27FC236}">
                <a16:creationId xmlns:a16="http://schemas.microsoft.com/office/drawing/2014/main" id="{CAFC4911-496E-487E-8412-8DDB317ECD5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20411" y="4803095"/>
            <a:ext cx="232455" cy="232455"/>
          </a:xfrm>
          <a:prstGeom prst="rect">
            <a:avLst/>
          </a:prstGeom>
        </p:spPr>
      </p:pic>
      <p:sp>
        <p:nvSpPr>
          <p:cNvPr id="22" name="직사각형 21">
            <a:extLst>
              <a:ext uri="{FF2B5EF4-FFF2-40B4-BE49-F238E27FC236}">
                <a16:creationId xmlns:a16="http://schemas.microsoft.com/office/drawing/2014/main" id="{A832FBF4-BD2A-0835-6CA4-1DF25E79B035}"/>
              </a:ext>
            </a:extLst>
          </p:cNvPr>
          <p:cNvSpPr/>
          <p:nvPr/>
        </p:nvSpPr>
        <p:spPr>
          <a:xfrm>
            <a:off x="5413668" y="5329608"/>
            <a:ext cx="1364665" cy="34287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28575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한컴 말랑말랑 Regular" panose="020F0303000000000000" pitchFamily="50" charset="-127"/>
                <a:ea typeface="한컴 말랑말랑 Regular" panose="020F0303000000000000" pitchFamily="50" charset="-127"/>
                <a:cs typeface="+mn-cs"/>
              </a:rPr>
              <a:t>맛식당</a:t>
            </a:r>
            <a:r>
              <a:rPr kumimoji="0" lang="ko-KR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한컴 말랑말랑 Regular" panose="020F0303000000000000" pitchFamily="50" charset="-127"/>
                <a:ea typeface="한컴 말랑말랑 Regular" panose="020F0303000000000000" pitchFamily="50" charset="-127"/>
                <a:cs typeface="+mn-cs"/>
              </a:rPr>
              <a:t> 등록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725094F0-6721-C875-7A39-5586C75B1AC9}"/>
              </a:ext>
            </a:extLst>
          </p:cNvPr>
          <p:cNvSpPr/>
          <p:nvPr/>
        </p:nvSpPr>
        <p:spPr>
          <a:xfrm>
            <a:off x="4575150" y="1707791"/>
            <a:ext cx="1102906" cy="266801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28575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grpSp>
        <p:nvGrpSpPr>
          <p:cNvPr id="28" name="그룹 27">
            <a:extLst>
              <a:ext uri="{FF2B5EF4-FFF2-40B4-BE49-F238E27FC236}">
                <a16:creationId xmlns:a16="http://schemas.microsoft.com/office/drawing/2014/main" id="{D7DE9237-C93C-8793-29A7-335233915F38}"/>
              </a:ext>
            </a:extLst>
          </p:cNvPr>
          <p:cNvGrpSpPr/>
          <p:nvPr/>
        </p:nvGrpSpPr>
        <p:grpSpPr>
          <a:xfrm>
            <a:off x="4712534" y="2121539"/>
            <a:ext cx="828139" cy="1169181"/>
            <a:chOff x="4712534" y="2527939"/>
            <a:chExt cx="828139" cy="1169181"/>
          </a:xfrm>
        </p:grpSpPr>
        <p:cxnSp>
          <p:nvCxnSpPr>
            <p:cNvPr id="3" name="직선 연결선 2">
              <a:extLst>
                <a:ext uri="{FF2B5EF4-FFF2-40B4-BE49-F238E27FC236}">
                  <a16:creationId xmlns:a16="http://schemas.microsoft.com/office/drawing/2014/main" id="{17CF44F3-A54D-21EE-DEDD-229174D2A2A2}"/>
                </a:ext>
              </a:extLst>
            </p:cNvPr>
            <p:cNvCxnSpPr>
              <a:cxnSpLocks/>
            </p:cNvCxnSpPr>
            <p:nvPr/>
          </p:nvCxnSpPr>
          <p:spPr>
            <a:xfrm>
              <a:off x="4712534" y="2527939"/>
              <a:ext cx="828139" cy="0"/>
            </a:xfrm>
            <a:prstGeom prst="line">
              <a:avLst/>
            </a:prstGeom>
            <a:ln w="25400" cap="rnd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직선 연결선 24">
              <a:extLst>
                <a:ext uri="{FF2B5EF4-FFF2-40B4-BE49-F238E27FC236}">
                  <a16:creationId xmlns:a16="http://schemas.microsoft.com/office/drawing/2014/main" id="{490B3206-F765-D3F8-8AE5-7087BFB017BF}"/>
                </a:ext>
              </a:extLst>
            </p:cNvPr>
            <p:cNvCxnSpPr>
              <a:cxnSpLocks/>
            </p:cNvCxnSpPr>
            <p:nvPr/>
          </p:nvCxnSpPr>
          <p:spPr>
            <a:xfrm>
              <a:off x="4712534" y="2917666"/>
              <a:ext cx="828139" cy="0"/>
            </a:xfrm>
            <a:prstGeom prst="line">
              <a:avLst/>
            </a:prstGeom>
            <a:ln w="25400" cap="rnd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직선 연결선 25">
              <a:extLst>
                <a:ext uri="{FF2B5EF4-FFF2-40B4-BE49-F238E27FC236}">
                  <a16:creationId xmlns:a16="http://schemas.microsoft.com/office/drawing/2014/main" id="{7E9B4F89-4167-3344-81C1-5AE5B6030BC2}"/>
                </a:ext>
              </a:extLst>
            </p:cNvPr>
            <p:cNvCxnSpPr>
              <a:cxnSpLocks/>
            </p:cNvCxnSpPr>
            <p:nvPr/>
          </p:nvCxnSpPr>
          <p:spPr>
            <a:xfrm>
              <a:off x="4712534" y="3307393"/>
              <a:ext cx="828139" cy="0"/>
            </a:xfrm>
            <a:prstGeom prst="line">
              <a:avLst/>
            </a:prstGeom>
            <a:ln w="25400" cap="rnd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직선 연결선 26">
              <a:extLst>
                <a:ext uri="{FF2B5EF4-FFF2-40B4-BE49-F238E27FC236}">
                  <a16:creationId xmlns:a16="http://schemas.microsoft.com/office/drawing/2014/main" id="{2ADB8735-993B-0968-8134-988500660F1B}"/>
                </a:ext>
              </a:extLst>
            </p:cNvPr>
            <p:cNvCxnSpPr>
              <a:cxnSpLocks/>
            </p:cNvCxnSpPr>
            <p:nvPr/>
          </p:nvCxnSpPr>
          <p:spPr>
            <a:xfrm>
              <a:off x="4712534" y="3697120"/>
              <a:ext cx="828139" cy="0"/>
            </a:xfrm>
            <a:prstGeom prst="line">
              <a:avLst/>
            </a:prstGeom>
            <a:ln w="25400" cap="rnd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2" name="직선 연결선 11">
            <a:extLst>
              <a:ext uri="{FF2B5EF4-FFF2-40B4-BE49-F238E27FC236}">
                <a16:creationId xmlns:a16="http://schemas.microsoft.com/office/drawing/2014/main" id="{81A0DA76-27F3-89D6-142E-4C463B8E34DE}"/>
              </a:ext>
            </a:extLst>
          </p:cNvPr>
          <p:cNvCxnSpPr>
            <a:cxnSpLocks/>
          </p:cNvCxnSpPr>
          <p:nvPr/>
        </p:nvCxnSpPr>
        <p:spPr>
          <a:xfrm>
            <a:off x="3169516" y="2316105"/>
            <a:ext cx="1490230" cy="0"/>
          </a:xfrm>
          <a:prstGeom prst="line">
            <a:avLst/>
          </a:prstGeom>
          <a:ln w="15875">
            <a:solidFill>
              <a:srgbClr val="FF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8002015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02B25B-F7FC-1B77-9B68-F214391269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E9DC4887-6995-ABE3-FF5C-1E20B868E459}"/>
              </a:ext>
            </a:extLst>
          </p:cNvPr>
          <p:cNvSpPr/>
          <p:nvPr/>
        </p:nvSpPr>
        <p:spPr>
          <a:xfrm>
            <a:off x="4345709" y="477982"/>
            <a:ext cx="3500582" cy="5902036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3C9E69B-D797-7846-7FD1-7792DC27A33D}"/>
              </a:ext>
            </a:extLst>
          </p:cNvPr>
          <p:cNvSpPr txBox="1"/>
          <p:nvPr/>
        </p:nvSpPr>
        <p:spPr>
          <a:xfrm>
            <a:off x="157018" y="127123"/>
            <a:ext cx="1341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한컴 말랑말랑 Bold" panose="020F0803000000000000" pitchFamily="50" charset="-127"/>
                <a:ea typeface="한컴 말랑말랑 Bold" panose="020F0803000000000000" pitchFamily="50" charset="-127"/>
                <a:cs typeface="+mn-cs"/>
              </a:rPr>
              <a:t>#3-2.</a:t>
            </a:r>
            <a:r>
              <a: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한컴 말랑말랑 Bold" panose="020F0803000000000000" pitchFamily="50" charset="-127"/>
                <a:ea typeface="한컴 말랑말랑 Bold" panose="020F0803000000000000" pitchFamily="50" charset="-127"/>
                <a:cs typeface="+mn-cs"/>
              </a:rPr>
              <a:t> </a:t>
            </a: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한컴 말랑말랑 Bold" panose="020F0803000000000000" pitchFamily="50" charset="-127"/>
                <a:ea typeface="한컴 말랑말랑 Bold" panose="020F0803000000000000" pitchFamily="50" charset="-127"/>
                <a:cs typeface="+mn-cs"/>
              </a:rPr>
              <a:t>map</a:t>
            </a: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한컴 말랑말랑 Bold" panose="020F0803000000000000" pitchFamily="50" charset="-127"/>
              <a:ea typeface="한컴 말랑말랑 Bold" panose="020F0803000000000000" pitchFamily="50" charset="-127"/>
              <a:cs typeface="+mn-cs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59107A7-AB10-4E2E-590A-4CEC4E6415C3}"/>
              </a:ext>
            </a:extLst>
          </p:cNvPr>
          <p:cNvSpPr txBox="1"/>
          <p:nvPr/>
        </p:nvSpPr>
        <p:spPr>
          <a:xfrm>
            <a:off x="4482206" y="637697"/>
            <a:ext cx="206894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한컴 말랑말랑 Bold" panose="020F0803000000000000" pitchFamily="50" charset="-127"/>
                <a:ea typeface="한컴 말랑말랑 Bold" panose="020F0803000000000000" pitchFamily="50" charset="-127"/>
                <a:cs typeface="+mn-cs"/>
              </a:rPr>
              <a:t>맛집도</a:t>
            </a:r>
          </a:p>
        </p:txBody>
      </p:sp>
      <p:pic>
        <p:nvPicPr>
          <p:cNvPr id="10" name="그림 9" descr="카카오 지도에 여러개의 마커 표시하기">
            <a:extLst>
              <a:ext uri="{FF2B5EF4-FFF2-40B4-BE49-F238E27FC236}">
                <a16:creationId xmlns:a16="http://schemas.microsoft.com/office/drawing/2014/main" id="{EE800A55-915E-7313-EBB1-BA4AD633B22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48962" t="41386" r="32827" b="40403"/>
          <a:stretch>
            <a:fillRect/>
          </a:stretch>
        </p:blipFill>
        <p:spPr>
          <a:xfrm>
            <a:off x="4518573" y="1660671"/>
            <a:ext cx="3154854" cy="2762250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77251E53-B27D-98C3-4789-AF955A285F8F}"/>
              </a:ext>
            </a:extLst>
          </p:cNvPr>
          <p:cNvSpPr txBox="1"/>
          <p:nvPr/>
        </p:nvSpPr>
        <p:spPr>
          <a:xfrm>
            <a:off x="8836884" y="2318383"/>
            <a:ext cx="3094117" cy="143116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한컴 말랑말랑 Regular" panose="020F0303000000000000" pitchFamily="50" charset="-127"/>
                <a:ea typeface="한컴 말랑말랑 Regular" panose="020F0303000000000000" pitchFamily="50" charset="-127"/>
                <a:cs typeface="+mn-cs"/>
              </a:rPr>
              <a:t>지도 확대 및 마커가 확장되며</a:t>
            </a:r>
            <a:endParaRPr kumimoji="0" lang="en-US" altLang="ko-KR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한컴 말랑말랑 Regular" panose="020F0303000000000000" pitchFamily="50" charset="-127"/>
              <a:ea typeface="한컴 말랑말랑 Regular" panose="020F0303000000000000" pitchFamily="50" charset="-127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한컴 말랑말랑 Regular" panose="020F0303000000000000" pitchFamily="50" charset="-127"/>
                <a:ea typeface="한컴 말랑말랑 Regular" panose="020F0303000000000000" pitchFamily="50" charset="-127"/>
                <a:cs typeface="+mn-cs"/>
              </a:rPr>
              <a:t>#2-1 </a:t>
            </a:r>
            <a:r>
              <a:rPr kumimoji="0" lang="ko-KR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한컴 말랑말랑 Regular" panose="020F0303000000000000" pitchFamily="50" charset="-127"/>
                <a:ea typeface="한컴 말랑말랑 Regular" panose="020F0303000000000000" pitchFamily="50" charset="-127"/>
                <a:cs typeface="+mn-cs"/>
              </a:rPr>
              <a:t>정보 간략히 소개</a:t>
            </a:r>
            <a:endParaRPr kumimoji="0" lang="en-US" altLang="ko-KR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한컴 말랑말랑 Regular" panose="020F0303000000000000" pitchFamily="50" charset="-127"/>
              <a:ea typeface="한컴 말랑말랑 Regular" panose="020F0303000000000000" pitchFamily="50" charset="-127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600" dirty="0">
                <a:solidFill>
                  <a:prstClr val="black"/>
                </a:solidFill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좋아요 </a:t>
            </a:r>
            <a:r>
              <a:rPr lang="en-US" altLang="ko-KR" sz="1600" dirty="0">
                <a:solidFill>
                  <a:prstClr val="black"/>
                </a:solidFill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/ </a:t>
            </a:r>
            <a:r>
              <a:rPr lang="ko-KR" altLang="en-US" sz="1600" dirty="0">
                <a:solidFill>
                  <a:prstClr val="black"/>
                </a:solidFill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조회수 확인</a:t>
            </a:r>
            <a:endParaRPr lang="en-US" altLang="ko-KR" sz="1600" dirty="0">
              <a:solidFill>
                <a:prstClr val="black"/>
              </a:solidFill>
              <a:latin typeface="한컴 말랑말랑 Regular" panose="020F0303000000000000" pitchFamily="50" charset="-127"/>
              <a:ea typeface="한컴 말랑말랑 Regular" panose="020F0303000000000000" pitchFamily="50" charset="-127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한컴 말랑말랑 Regular" panose="020F0303000000000000" pitchFamily="50" charset="-127"/>
              <a:ea typeface="한컴 말랑말랑 Regular" panose="020F0303000000000000" pitchFamily="50" charset="-127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한컴 말랑말랑 Regular" panose="020F0303000000000000" pitchFamily="50" charset="-127"/>
                <a:ea typeface="한컴 말랑말랑 Regular" panose="020F0303000000000000" pitchFamily="50" charset="-127"/>
                <a:cs typeface="+mn-cs"/>
              </a:rPr>
              <a:t>확장된 마커 클릭 시 </a:t>
            </a:r>
            <a:r>
              <a:rPr kumimoji="0" lang="en-US" altLang="ko-KR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한컴 말랑말랑 Regular" panose="020F0303000000000000" pitchFamily="50" charset="-127"/>
                <a:ea typeface="한컴 말랑말랑 Regular" panose="020F0303000000000000" pitchFamily="50" charset="-127"/>
                <a:cs typeface="+mn-cs"/>
              </a:rPr>
              <a:t>#2-1 </a:t>
            </a:r>
            <a:r>
              <a:rPr kumimoji="0" lang="ko-KR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한컴 말랑말랑 Regular" panose="020F0303000000000000" pitchFamily="50" charset="-127"/>
                <a:ea typeface="한컴 말랑말랑 Regular" panose="020F0303000000000000" pitchFamily="50" charset="-127"/>
                <a:cs typeface="+mn-cs"/>
              </a:rPr>
              <a:t>이동</a:t>
            </a:r>
            <a:endParaRPr kumimoji="0" lang="en-US" altLang="ko-KR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한컴 말랑말랑 Regular" panose="020F0303000000000000" pitchFamily="50" charset="-127"/>
              <a:ea typeface="한컴 말랑말랑 Regular" panose="020F0303000000000000" pitchFamily="50" charset="-127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700" dirty="0">
                <a:solidFill>
                  <a:prstClr val="black"/>
                </a:solidFill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https://apis.map.kakao.com/web/sample/markerWithCustomOverlay/</a:t>
            </a:r>
          </a:p>
        </p:txBody>
      </p:sp>
      <p:cxnSp>
        <p:nvCxnSpPr>
          <p:cNvPr id="12" name="직선 연결선 11">
            <a:extLst>
              <a:ext uri="{FF2B5EF4-FFF2-40B4-BE49-F238E27FC236}">
                <a16:creationId xmlns:a16="http://schemas.microsoft.com/office/drawing/2014/main" id="{3A19B1A1-7245-0963-976E-C6610A54FCCC}"/>
              </a:ext>
            </a:extLst>
          </p:cNvPr>
          <p:cNvCxnSpPr>
            <a:cxnSpLocks/>
          </p:cNvCxnSpPr>
          <p:nvPr/>
        </p:nvCxnSpPr>
        <p:spPr>
          <a:xfrm>
            <a:off x="7210425" y="3059688"/>
            <a:ext cx="1490230" cy="0"/>
          </a:xfrm>
          <a:prstGeom prst="line">
            <a:avLst/>
          </a:prstGeom>
          <a:ln w="15875">
            <a:solidFill>
              <a:srgbClr val="FF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직사각형 6">
            <a:extLst>
              <a:ext uri="{FF2B5EF4-FFF2-40B4-BE49-F238E27FC236}">
                <a16:creationId xmlns:a16="http://schemas.microsoft.com/office/drawing/2014/main" id="{D47FE3A1-FCFD-BC6B-7998-4BFECBF2C638}"/>
              </a:ext>
            </a:extLst>
          </p:cNvPr>
          <p:cNvSpPr/>
          <p:nvPr/>
        </p:nvSpPr>
        <p:spPr>
          <a:xfrm>
            <a:off x="5163547" y="2598544"/>
            <a:ext cx="1910649" cy="154274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28575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400" dirty="0">
                <a:solidFill>
                  <a:schemeClr val="tx1"/>
                </a:solidFill>
                <a:latin typeface="한컴 말랑말랑 Bold" panose="020F0803000000000000" pitchFamily="50" charset="-127"/>
                <a:ea typeface="한컴 말랑말랑 Bold" panose="020F0803000000000000" pitchFamily="50" charset="-127"/>
              </a:rPr>
              <a:t>#2-1</a:t>
            </a:r>
            <a:endParaRPr lang="ko-KR" altLang="en-US" sz="2400" dirty="0">
              <a:solidFill>
                <a:schemeClr val="tx1"/>
              </a:solidFill>
              <a:latin typeface="한컴 말랑말랑 Bold" panose="020F0803000000000000" pitchFamily="50" charset="-127"/>
              <a:ea typeface="한컴 말랑말랑 Bold" panose="020F0803000000000000" pitchFamily="50" charset="-127"/>
            </a:endParaRPr>
          </a:p>
        </p:txBody>
      </p:sp>
      <p:grpSp>
        <p:nvGrpSpPr>
          <p:cNvPr id="24" name="그룹 23">
            <a:extLst>
              <a:ext uri="{FF2B5EF4-FFF2-40B4-BE49-F238E27FC236}">
                <a16:creationId xmlns:a16="http://schemas.microsoft.com/office/drawing/2014/main" id="{8898334B-F8A7-7249-868B-78446C64C7FD}"/>
              </a:ext>
            </a:extLst>
          </p:cNvPr>
          <p:cNvGrpSpPr/>
          <p:nvPr/>
        </p:nvGrpSpPr>
        <p:grpSpPr>
          <a:xfrm>
            <a:off x="5389112" y="3729784"/>
            <a:ext cx="1580498" cy="311169"/>
            <a:chOff x="5493698" y="3328190"/>
            <a:chExt cx="1580498" cy="311169"/>
          </a:xfrm>
        </p:grpSpPr>
        <p:grpSp>
          <p:nvGrpSpPr>
            <p:cNvPr id="16" name="그룹 15">
              <a:extLst>
                <a:ext uri="{FF2B5EF4-FFF2-40B4-BE49-F238E27FC236}">
                  <a16:creationId xmlns:a16="http://schemas.microsoft.com/office/drawing/2014/main" id="{B0AC58B9-DC19-6127-561A-077EDFD77B99}"/>
                </a:ext>
              </a:extLst>
            </p:cNvPr>
            <p:cNvGrpSpPr/>
            <p:nvPr/>
          </p:nvGrpSpPr>
          <p:grpSpPr>
            <a:xfrm>
              <a:off x="5493698" y="3347950"/>
              <a:ext cx="1096329" cy="291409"/>
              <a:chOff x="5493698" y="3347950"/>
              <a:chExt cx="1096329" cy="291409"/>
            </a:xfrm>
          </p:grpSpPr>
          <p:pic>
            <p:nvPicPr>
              <p:cNvPr id="13" name="그림 12">
                <a:extLst>
                  <a:ext uri="{FF2B5EF4-FFF2-40B4-BE49-F238E27FC236}">
                    <a16:creationId xmlns:a16="http://schemas.microsoft.com/office/drawing/2014/main" id="{60FDF4D4-BD09-243B-A69A-3CB289AB7E1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5493698" y="3347950"/>
                <a:ext cx="291409" cy="291409"/>
              </a:xfrm>
              <a:prstGeom prst="rect">
                <a:avLst/>
              </a:prstGeom>
            </p:spPr>
          </p:pic>
          <p:pic>
            <p:nvPicPr>
              <p:cNvPr id="15" name="그림 14">
                <a:extLst>
                  <a:ext uri="{FF2B5EF4-FFF2-40B4-BE49-F238E27FC236}">
                    <a16:creationId xmlns:a16="http://schemas.microsoft.com/office/drawing/2014/main" id="{380D64E2-9CE4-1F34-BE68-6BAE1762BF8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4355" t="19347" r="4355" b="19347"/>
              <a:stretch>
                <a:fillRect/>
              </a:stretch>
            </p:blipFill>
            <p:spPr>
              <a:xfrm>
                <a:off x="6219459" y="3369229"/>
                <a:ext cx="370568" cy="248850"/>
              </a:xfrm>
              <a:prstGeom prst="rect">
                <a:avLst/>
              </a:prstGeom>
            </p:spPr>
          </p:pic>
        </p:grp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FA780CAB-E652-604F-4F44-184F4E944350}"/>
                </a:ext>
              </a:extLst>
            </p:cNvPr>
            <p:cNvSpPr txBox="1"/>
            <p:nvPr/>
          </p:nvSpPr>
          <p:spPr>
            <a:xfrm>
              <a:off x="5766228" y="3328190"/>
              <a:ext cx="383485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ko-KR" sz="1400" dirty="0">
                  <a:latin typeface="한컴 말랑말랑 Regular" panose="020F0303000000000000" pitchFamily="50" charset="-127"/>
                  <a:ea typeface="한컴 말랑말랑 Regular" panose="020F0303000000000000" pitchFamily="50" charset="-127"/>
                </a:rPr>
                <a:t>14</a:t>
              </a:r>
              <a:r>
                <a:rPr lang="ko-KR" altLang="en-US" sz="1400" dirty="0">
                  <a:latin typeface="한컴 말랑말랑 Regular" panose="020F0303000000000000" pitchFamily="50" charset="-127"/>
                  <a:ea typeface="한컴 말랑말랑 Regular" panose="020F0303000000000000" pitchFamily="50" charset="-127"/>
                </a:rPr>
                <a:t> </a:t>
              </a:r>
              <a:endParaRPr lang="ko-KR" altLang="en-US" sz="1400" dirty="0"/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3DE33545-291D-4D8E-B3C7-77D77596F8C1}"/>
                </a:ext>
              </a:extLst>
            </p:cNvPr>
            <p:cNvSpPr txBox="1"/>
            <p:nvPr/>
          </p:nvSpPr>
          <p:spPr>
            <a:xfrm>
              <a:off x="6597647" y="3328190"/>
              <a:ext cx="476549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ko-KR" sz="1400" dirty="0">
                  <a:latin typeface="한컴 말랑말랑 Regular" panose="020F0303000000000000" pitchFamily="50" charset="-127"/>
                  <a:ea typeface="한컴 말랑말랑 Regular" panose="020F0303000000000000" pitchFamily="50" charset="-127"/>
                </a:rPr>
                <a:t>513</a:t>
              </a:r>
              <a:r>
                <a:rPr lang="ko-KR" altLang="en-US" sz="1400" dirty="0">
                  <a:latin typeface="한컴 말랑말랑 Regular" panose="020F0303000000000000" pitchFamily="50" charset="-127"/>
                  <a:ea typeface="한컴 말랑말랑 Regular" panose="020F0303000000000000" pitchFamily="50" charset="-127"/>
                </a:rPr>
                <a:t> </a:t>
              </a:r>
              <a:endParaRPr lang="ko-KR" altLang="en-US" sz="1400" dirty="0"/>
            </a:p>
          </p:txBody>
        </p:sp>
      </p:grpSp>
      <p:sp>
        <p:nvSpPr>
          <p:cNvPr id="25" name="TextBox 24">
            <a:extLst>
              <a:ext uri="{FF2B5EF4-FFF2-40B4-BE49-F238E27FC236}">
                <a16:creationId xmlns:a16="http://schemas.microsoft.com/office/drawing/2014/main" id="{2AA004EF-8CD9-0F87-B70B-15EDA0E85239}"/>
              </a:ext>
            </a:extLst>
          </p:cNvPr>
          <p:cNvSpPr txBox="1"/>
          <p:nvPr/>
        </p:nvSpPr>
        <p:spPr>
          <a:xfrm>
            <a:off x="8836884" y="668472"/>
            <a:ext cx="147187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600" dirty="0"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클릭 시 </a:t>
            </a:r>
            <a:r>
              <a:rPr lang="en-US" altLang="ko-KR" sz="1600" dirty="0"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#1 </a:t>
            </a:r>
            <a:r>
              <a:rPr lang="ko-KR" altLang="en-US" sz="1600" dirty="0"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이동</a:t>
            </a:r>
            <a:endParaRPr lang="en-US" altLang="ko-KR" sz="1600" dirty="0">
              <a:latin typeface="한컴 말랑말랑 Regular" panose="020F0303000000000000" pitchFamily="50" charset="-127"/>
              <a:ea typeface="한컴 말랑말랑 Regular" panose="020F0303000000000000" pitchFamily="50" charset="-127"/>
            </a:endParaRPr>
          </a:p>
        </p:txBody>
      </p:sp>
      <p:cxnSp>
        <p:nvCxnSpPr>
          <p:cNvPr id="26" name="직선 연결선 25">
            <a:extLst>
              <a:ext uri="{FF2B5EF4-FFF2-40B4-BE49-F238E27FC236}">
                <a16:creationId xmlns:a16="http://schemas.microsoft.com/office/drawing/2014/main" id="{F1C56AAC-56EF-9E5C-6E69-D7011FA34060}"/>
              </a:ext>
            </a:extLst>
          </p:cNvPr>
          <p:cNvCxnSpPr>
            <a:cxnSpLocks/>
          </p:cNvCxnSpPr>
          <p:nvPr/>
        </p:nvCxnSpPr>
        <p:spPr>
          <a:xfrm>
            <a:off x="7721600" y="837749"/>
            <a:ext cx="979055" cy="0"/>
          </a:xfrm>
          <a:prstGeom prst="line">
            <a:avLst/>
          </a:prstGeom>
          <a:ln w="15875">
            <a:solidFill>
              <a:srgbClr val="FF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이등변 삼각형 26">
            <a:extLst>
              <a:ext uri="{FF2B5EF4-FFF2-40B4-BE49-F238E27FC236}">
                <a16:creationId xmlns:a16="http://schemas.microsoft.com/office/drawing/2014/main" id="{CC1B69B0-7637-3C0A-821D-1F6EF704CB9B}"/>
              </a:ext>
            </a:extLst>
          </p:cNvPr>
          <p:cNvSpPr/>
          <p:nvPr/>
        </p:nvSpPr>
        <p:spPr>
          <a:xfrm rot="16200000">
            <a:off x="7215268" y="686998"/>
            <a:ext cx="419250" cy="361422"/>
          </a:xfrm>
          <a:prstGeom prst="triangle">
            <a:avLst/>
          </a:prstGeom>
          <a:solidFill>
            <a:schemeClr val="accent1">
              <a:lumMod val="20000"/>
              <a:lumOff val="80000"/>
            </a:schemeClr>
          </a:solidFill>
          <a:ln w="28575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AC628476-F7DE-D53C-43FB-DCE30794B674}"/>
              </a:ext>
            </a:extLst>
          </p:cNvPr>
          <p:cNvSpPr/>
          <p:nvPr/>
        </p:nvSpPr>
        <p:spPr>
          <a:xfrm>
            <a:off x="5202960" y="4742404"/>
            <a:ext cx="1786080" cy="34287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28575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pic>
        <p:nvPicPr>
          <p:cNvPr id="31" name="그림 30">
            <a:extLst>
              <a:ext uri="{FF2B5EF4-FFF2-40B4-BE49-F238E27FC236}">
                <a16:creationId xmlns:a16="http://schemas.microsoft.com/office/drawing/2014/main" id="{116FC7AE-1C3B-9A41-CE14-50E2AEB3195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20411" y="4803095"/>
            <a:ext cx="232455" cy="232455"/>
          </a:xfrm>
          <a:prstGeom prst="rect">
            <a:avLst/>
          </a:prstGeom>
        </p:spPr>
      </p:pic>
      <p:sp>
        <p:nvSpPr>
          <p:cNvPr id="33" name="직사각형 32">
            <a:extLst>
              <a:ext uri="{FF2B5EF4-FFF2-40B4-BE49-F238E27FC236}">
                <a16:creationId xmlns:a16="http://schemas.microsoft.com/office/drawing/2014/main" id="{2FF63E66-BC04-1356-A81F-62098B149FC3}"/>
              </a:ext>
            </a:extLst>
          </p:cNvPr>
          <p:cNvSpPr/>
          <p:nvPr/>
        </p:nvSpPr>
        <p:spPr>
          <a:xfrm>
            <a:off x="5413668" y="5329608"/>
            <a:ext cx="1364665" cy="34287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28575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한컴 말랑말랑 Regular" panose="020F0303000000000000" pitchFamily="50" charset="-127"/>
                <a:ea typeface="한컴 말랑말랑 Regular" panose="020F0303000000000000" pitchFamily="50" charset="-127"/>
                <a:cs typeface="+mn-cs"/>
              </a:rPr>
              <a:t>맛식당</a:t>
            </a:r>
            <a:r>
              <a:rPr kumimoji="0" lang="ko-KR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한컴 말랑말랑 Regular" panose="020F0303000000000000" pitchFamily="50" charset="-127"/>
                <a:ea typeface="한컴 말랑말랑 Regular" panose="020F0303000000000000" pitchFamily="50" charset="-127"/>
                <a:cs typeface="+mn-cs"/>
              </a:rPr>
              <a:t> 등록</a:t>
            </a:r>
          </a:p>
        </p:txBody>
      </p:sp>
    </p:spTree>
    <p:extLst>
      <p:ext uri="{BB962C8B-B14F-4D97-AF65-F5344CB8AC3E}">
        <p14:creationId xmlns:p14="http://schemas.microsoft.com/office/powerpoint/2010/main" val="331712766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A456EB-5202-0B1F-5851-2760388E61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8E6958B9-3B24-CA99-433E-80FD9CDE3B42}"/>
              </a:ext>
            </a:extLst>
          </p:cNvPr>
          <p:cNvSpPr/>
          <p:nvPr/>
        </p:nvSpPr>
        <p:spPr>
          <a:xfrm>
            <a:off x="4345709" y="477982"/>
            <a:ext cx="3500582" cy="5902036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888995D-688B-6291-30D0-BF49C97994E3}"/>
              </a:ext>
            </a:extLst>
          </p:cNvPr>
          <p:cNvSpPr txBox="1"/>
          <p:nvPr/>
        </p:nvSpPr>
        <p:spPr>
          <a:xfrm>
            <a:off x="157018" y="127123"/>
            <a:ext cx="205030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한컴 말랑말랑 Bold" panose="020F0803000000000000" pitchFamily="50" charset="-127"/>
                <a:ea typeface="한컴 말랑말랑 Bold" panose="020F0803000000000000" pitchFamily="50" charset="-127"/>
                <a:cs typeface="+mn-cs"/>
              </a:rPr>
              <a:t>#4.</a:t>
            </a:r>
            <a:r>
              <a: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한컴 말랑말랑 Bold" panose="020F0803000000000000" pitchFamily="50" charset="-127"/>
                <a:ea typeface="한컴 말랑말랑 Bold" panose="020F0803000000000000" pitchFamily="50" charset="-127"/>
                <a:cs typeface="+mn-cs"/>
              </a:rPr>
              <a:t> </a:t>
            </a: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한컴 말랑말랑 Bold" panose="020F0803000000000000" pitchFamily="50" charset="-127"/>
                <a:ea typeface="한컴 말랑말랑 Bold" panose="020F0803000000000000" pitchFamily="50" charset="-127"/>
                <a:cs typeface="+mn-cs"/>
              </a:rPr>
              <a:t>personal info</a:t>
            </a: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한컴 말랑말랑 Bold" panose="020F0803000000000000" pitchFamily="50" charset="-127"/>
              <a:ea typeface="한컴 말랑말랑 Bold" panose="020F0803000000000000" pitchFamily="50" charset="-127"/>
              <a:cs typeface="+mn-cs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2B75CB15-C58A-FB81-6494-780B258B560D}"/>
              </a:ext>
            </a:extLst>
          </p:cNvPr>
          <p:cNvSpPr txBox="1"/>
          <p:nvPr/>
        </p:nvSpPr>
        <p:spPr>
          <a:xfrm>
            <a:off x="8836884" y="4085471"/>
            <a:ext cx="267092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한컴 말랑말랑 Regular" panose="020F0303000000000000" pitchFamily="50" charset="-127"/>
                <a:ea typeface="한컴 말랑말랑 Regular" panose="020F0303000000000000" pitchFamily="50" charset="-127"/>
                <a:cs typeface="+mn-cs"/>
              </a:rPr>
              <a:t>내가 업로드한 </a:t>
            </a:r>
            <a:r>
              <a:rPr kumimoji="0" lang="ko-KR" alt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한컴 말랑말랑 Regular" panose="020F0303000000000000" pitchFamily="50" charset="-127"/>
                <a:ea typeface="한컴 말랑말랑 Regular" panose="020F0303000000000000" pitchFamily="50" charset="-127"/>
                <a:cs typeface="+mn-cs"/>
              </a:rPr>
              <a:t>맛식당</a:t>
            </a:r>
            <a:r>
              <a:rPr kumimoji="0" lang="ko-KR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한컴 말랑말랑 Regular" panose="020F0303000000000000" pitchFamily="50" charset="-127"/>
                <a:ea typeface="한컴 말랑말랑 Regular" panose="020F0303000000000000" pitchFamily="50" charset="-127"/>
                <a:cs typeface="+mn-cs"/>
              </a:rPr>
              <a:t> 모아보기</a:t>
            </a:r>
            <a:endParaRPr kumimoji="0" lang="en-US" altLang="ko-KR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한컴 말랑말랑 Regular" panose="020F0303000000000000" pitchFamily="50" charset="-127"/>
              <a:ea typeface="한컴 말랑말랑 Regular" panose="020F0303000000000000" pitchFamily="50" charset="-127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600" dirty="0">
                <a:solidFill>
                  <a:prstClr val="black"/>
                </a:solidFill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#4-1 </a:t>
            </a:r>
            <a:r>
              <a:rPr lang="ko-KR" altLang="en-US" sz="1600" dirty="0">
                <a:solidFill>
                  <a:prstClr val="black"/>
                </a:solidFill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이동</a:t>
            </a:r>
            <a:endParaRPr kumimoji="0" lang="en-US" altLang="ko-KR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한컴 말랑말랑 Regular" panose="020F0303000000000000" pitchFamily="50" charset="-127"/>
              <a:ea typeface="한컴 말랑말랑 Regular" panose="020F0303000000000000" pitchFamily="50" charset="-127"/>
              <a:cs typeface="+mn-cs"/>
            </a:endParaRP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F2E6EFDA-20CA-0AEC-33C6-E50B9AB11347}"/>
              </a:ext>
            </a:extLst>
          </p:cNvPr>
          <p:cNvSpPr txBox="1"/>
          <p:nvPr/>
        </p:nvSpPr>
        <p:spPr>
          <a:xfrm>
            <a:off x="8836884" y="668472"/>
            <a:ext cx="151035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한컴 말랑말랑 Regular" panose="020F0303000000000000" pitchFamily="50" charset="-127"/>
                <a:ea typeface="한컴 말랑말랑 Regular" panose="020F0303000000000000" pitchFamily="50" charset="-127"/>
                <a:cs typeface="+mn-cs"/>
              </a:rPr>
              <a:t>클릭 시 </a:t>
            </a:r>
            <a:r>
              <a:rPr kumimoji="0" lang="en-US" altLang="ko-KR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한컴 말랑말랑 Regular" panose="020F0303000000000000" pitchFamily="50" charset="-127"/>
                <a:ea typeface="한컴 말랑말랑 Regular" panose="020F0303000000000000" pitchFamily="50" charset="-127"/>
                <a:cs typeface="+mn-cs"/>
              </a:rPr>
              <a:t>#2 </a:t>
            </a:r>
            <a:r>
              <a:rPr kumimoji="0" lang="ko-KR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한컴 말랑말랑 Regular" panose="020F0303000000000000" pitchFamily="50" charset="-127"/>
                <a:ea typeface="한컴 말랑말랑 Regular" panose="020F0303000000000000" pitchFamily="50" charset="-127"/>
                <a:cs typeface="+mn-cs"/>
              </a:rPr>
              <a:t>이동</a:t>
            </a:r>
            <a:endParaRPr kumimoji="0" lang="en-US" altLang="ko-KR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한컴 말랑말랑 Regular" panose="020F0303000000000000" pitchFamily="50" charset="-127"/>
              <a:ea typeface="한컴 말랑말랑 Regular" panose="020F0303000000000000" pitchFamily="50" charset="-127"/>
              <a:cs typeface="+mn-cs"/>
            </a:endParaRPr>
          </a:p>
        </p:txBody>
      </p:sp>
      <p:cxnSp>
        <p:nvCxnSpPr>
          <p:cNvPr id="47" name="직선 연결선 46">
            <a:extLst>
              <a:ext uri="{FF2B5EF4-FFF2-40B4-BE49-F238E27FC236}">
                <a16:creationId xmlns:a16="http://schemas.microsoft.com/office/drawing/2014/main" id="{925F6583-7C73-7B9A-181D-4AE31E94AD1F}"/>
              </a:ext>
            </a:extLst>
          </p:cNvPr>
          <p:cNvCxnSpPr>
            <a:cxnSpLocks/>
          </p:cNvCxnSpPr>
          <p:nvPr/>
        </p:nvCxnSpPr>
        <p:spPr>
          <a:xfrm>
            <a:off x="7721600" y="837749"/>
            <a:ext cx="979055" cy="0"/>
          </a:xfrm>
          <a:prstGeom prst="line">
            <a:avLst/>
          </a:prstGeom>
          <a:ln w="15875">
            <a:solidFill>
              <a:srgbClr val="FF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이등변 삼각형 47">
            <a:extLst>
              <a:ext uri="{FF2B5EF4-FFF2-40B4-BE49-F238E27FC236}">
                <a16:creationId xmlns:a16="http://schemas.microsoft.com/office/drawing/2014/main" id="{155EA714-8637-1B85-B38A-74B78C4FF0F3}"/>
              </a:ext>
            </a:extLst>
          </p:cNvPr>
          <p:cNvSpPr/>
          <p:nvPr/>
        </p:nvSpPr>
        <p:spPr>
          <a:xfrm rot="16200000">
            <a:off x="7203583" y="686998"/>
            <a:ext cx="419250" cy="361422"/>
          </a:xfrm>
          <a:prstGeom prst="triangle">
            <a:avLst/>
          </a:prstGeom>
          <a:solidFill>
            <a:schemeClr val="accent1">
              <a:lumMod val="20000"/>
              <a:lumOff val="80000"/>
            </a:schemeClr>
          </a:solidFill>
          <a:ln w="28575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3" name="타원 2">
            <a:extLst>
              <a:ext uri="{FF2B5EF4-FFF2-40B4-BE49-F238E27FC236}">
                <a16:creationId xmlns:a16="http://schemas.microsoft.com/office/drawing/2014/main" id="{BAFBCBE3-BDB7-611A-A292-1D1C90790E2D}"/>
              </a:ext>
            </a:extLst>
          </p:cNvPr>
          <p:cNvSpPr/>
          <p:nvPr/>
        </p:nvSpPr>
        <p:spPr>
          <a:xfrm>
            <a:off x="5038726" y="1430703"/>
            <a:ext cx="2114548" cy="2114548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28575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400" dirty="0">
                <a:solidFill>
                  <a:schemeClr val="tx1"/>
                </a:solidFill>
                <a:latin typeface="한컴 말랑말랑 Bold" panose="020F0803000000000000" pitchFamily="50" charset="-127"/>
                <a:ea typeface="한컴 말랑말랑 Bold" panose="020F0803000000000000" pitchFamily="50" charset="-127"/>
              </a:rPr>
              <a:t>Profile</a:t>
            </a:r>
          </a:p>
          <a:p>
            <a:pPr algn="ctr"/>
            <a:r>
              <a:rPr lang="en-US" altLang="ko-KR" sz="2400" dirty="0">
                <a:solidFill>
                  <a:schemeClr val="tx1"/>
                </a:solidFill>
                <a:latin typeface="한컴 말랑말랑 Bold" panose="020F0803000000000000" pitchFamily="50" charset="-127"/>
                <a:ea typeface="한컴 말랑말랑 Bold" panose="020F0803000000000000" pitchFamily="50" charset="-127"/>
              </a:rPr>
              <a:t>image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65AA04AE-0DC6-DCC8-A6D5-E5791A756DA4}"/>
              </a:ext>
            </a:extLst>
          </p:cNvPr>
          <p:cNvSpPr/>
          <p:nvPr/>
        </p:nvSpPr>
        <p:spPr>
          <a:xfrm>
            <a:off x="4947820" y="4189820"/>
            <a:ext cx="2296362" cy="38895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28575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600">
                <a:solidFill>
                  <a:prstClr val="black"/>
                </a:solidFill>
                <a:latin typeface="한컴 말랑말랑 Bold" panose="020F0803000000000000" pitchFamily="50" charset="-127"/>
                <a:ea typeface="한컴 말랑말랑 Bold" panose="020F0803000000000000" pitchFamily="50" charset="-127"/>
              </a:rPr>
              <a:t>내가 찾은 </a:t>
            </a:r>
            <a:r>
              <a:rPr lang="ko-KR" altLang="en-US" sz="1600" dirty="0" err="1">
                <a:solidFill>
                  <a:prstClr val="black"/>
                </a:solidFill>
                <a:latin typeface="한컴 말랑말랑 Bold" panose="020F0803000000000000" pitchFamily="50" charset="-127"/>
                <a:ea typeface="한컴 말랑말랑 Bold" panose="020F0803000000000000" pitchFamily="50" charset="-127"/>
              </a:rPr>
              <a:t>맛식당</a:t>
            </a:r>
            <a:endParaRPr kumimoji="0" lang="ko-KR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한컴 말랑말랑 Bold" panose="020F0803000000000000" pitchFamily="50" charset="-127"/>
              <a:ea typeface="한컴 말랑말랑 Bold" panose="020F0803000000000000" pitchFamily="50" charset="-127"/>
              <a:cs typeface="+mn-cs"/>
            </a:endParaRP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456FAE79-E916-CBE9-AE0F-F634CCA08065}"/>
              </a:ext>
            </a:extLst>
          </p:cNvPr>
          <p:cNvSpPr/>
          <p:nvPr/>
        </p:nvSpPr>
        <p:spPr>
          <a:xfrm>
            <a:off x="4947820" y="4745428"/>
            <a:ext cx="2296362" cy="38895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28575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600" dirty="0">
                <a:solidFill>
                  <a:prstClr val="black"/>
                </a:solidFill>
                <a:latin typeface="한컴 말랑말랑 Bold" panose="020F0803000000000000" pitchFamily="50" charset="-127"/>
                <a:ea typeface="한컴 말랑말랑 Bold" panose="020F0803000000000000" pitchFamily="50" charset="-127"/>
              </a:rPr>
              <a:t>내가 좋아한 </a:t>
            </a:r>
            <a:r>
              <a:rPr lang="ko-KR" altLang="en-US" sz="1600" dirty="0" err="1">
                <a:solidFill>
                  <a:prstClr val="black"/>
                </a:solidFill>
                <a:latin typeface="한컴 말랑말랑 Bold" panose="020F0803000000000000" pitchFamily="50" charset="-127"/>
                <a:ea typeface="한컴 말랑말랑 Bold" panose="020F0803000000000000" pitchFamily="50" charset="-127"/>
              </a:rPr>
              <a:t>맛식당</a:t>
            </a:r>
            <a:endParaRPr kumimoji="0" lang="ko-KR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한컴 말랑말랑 Bold" panose="020F0803000000000000" pitchFamily="50" charset="-127"/>
              <a:ea typeface="한컴 말랑말랑 Bold" panose="020F0803000000000000" pitchFamily="50" charset="-127"/>
              <a:cs typeface="+mn-cs"/>
            </a:endParaRPr>
          </a:p>
        </p:txBody>
      </p:sp>
      <p:cxnSp>
        <p:nvCxnSpPr>
          <p:cNvPr id="12" name="직선 연결선 11">
            <a:extLst>
              <a:ext uri="{FF2B5EF4-FFF2-40B4-BE49-F238E27FC236}">
                <a16:creationId xmlns:a16="http://schemas.microsoft.com/office/drawing/2014/main" id="{A067070A-73F8-D3D2-95F4-38B9CDA49D65}"/>
              </a:ext>
            </a:extLst>
          </p:cNvPr>
          <p:cNvCxnSpPr>
            <a:cxnSpLocks/>
          </p:cNvCxnSpPr>
          <p:nvPr/>
        </p:nvCxnSpPr>
        <p:spPr>
          <a:xfrm>
            <a:off x="7413208" y="4384296"/>
            <a:ext cx="1287447" cy="0"/>
          </a:xfrm>
          <a:prstGeom prst="line">
            <a:avLst/>
          </a:prstGeom>
          <a:ln w="15875">
            <a:solidFill>
              <a:srgbClr val="FF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646AA98A-D08E-FA77-21CE-0704CA3EE4B6}"/>
              </a:ext>
            </a:extLst>
          </p:cNvPr>
          <p:cNvSpPr txBox="1"/>
          <p:nvPr/>
        </p:nvSpPr>
        <p:spPr>
          <a:xfrm>
            <a:off x="8836884" y="4670246"/>
            <a:ext cx="288732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한컴 말랑말랑 Regular" panose="020F0303000000000000" pitchFamily="50" charset="-127"/>
                <a:ea typeface="한컴 말랑말랑 Regular" panose="020F0303000000000000" pitchFamily="50" charset="-127"/>
                <a:cs typeface="+mn-cs"/>
              </a:rPr>
              <a:t>내가 좋아요 누른 </a:t>
            </a:r>
            <a:r>
              <a:rPr kumimoji="0" lang="ko-KR" alt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한컴 말랑말랑 Regular" panose="020F0303000000000000" pitchFamily="50" charset="-127"/>
                <a:ea typeface="한컴 말랑말랑 Regular" panose="020F0303000000000000" pitchFamily="50" charset="-127"/>
                <a:cs typeface="+mn-cs"/>
              </a:rPr>
              <a:t>맛식당</a:t>
            </a:r>
            <a:r>
              <a:rPr kumimoji="0" lang="ko-KR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한컴 말랑말랑 Regular" panose="020F0303000000000000" pitchFamily="50" charset="-127"/>
                <a:ea typeface="한컴 말랑말랑 Regular" panose="020F0303000000000000" pitchFamily="50" charset="-127"/>
                <a:cs typeface="+mn-cs"/>
              </a:rPr>
              <a:t> 모아보기</a:t>
            </a:r>
            <a:endParaRPr kumimoji="0" lang="en-US" altLang="ko-KR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한컴 말랑말랑 Regular" panose="020F0303000000000000" pitchFamily="50" charset="-127"/>
              <a:ea typeface="한컴 말랑말랑 Regular" panose="020F0303000000000000" pitchFamily="50" charset="-127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600" dirty="0">
                <a:solidFill>
                  <a:prstClr val="black"/>
                </a:solidFill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#4-2 </a:t>
            </a:r>
            <a:r>
              <a:rPr lang="ko-KR" altLang="en-US" sz="1600" dirty="0">
                <a:solidFill>
                  <a:prstClr val="black"/>
                </a:solidFill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이동</a:t>
            </a:r>
            <a:endParaRPr kumimoji="0" lang="en-US" altLang="ko-KR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한컴 말랑말랑 Regular" panose="020F0303000000000000" pitchFamily="50" charset="-127"/>
              <a:ea typeface="한컴 말랑말랑 Regular" panose="020F0303000000000000" pitchFamily="50" charset="-127"/>
              <a:cs typeface="+mn-cs"/>
            </a:endParaRPr>
          </a:p>
        </p:txBody>
      </p:sp>
      <p:cxnSp>
        <p:nvCxnSpPr>
          <p:cNvPr id="18" name="직선 연결선 17">
            <a:extLst>
              <a:ext uri="{FF2B5EF4-FFF2-40B4-BE49-F238E27FC236}">
                <a16:creationId xmlns:a16="http://schemas.microsoft.com/office/drawing/2014/main" id="{2767849A-55AE-B83A-0CA9-00E4AEFF4429}"/>
              </a:ext>
            </a:extLst>
          </p:cNvPr>
          <p:cNvCxnSpPr>
            <a:cxnSpLocks/>
          </p:cNvCxnSpPr>
          <p:nvPr/>
        </p:nvCxnSpPr>
        <p:spPr>
          <a:xfrm>
            <a:off x="7413208" y="4969071"/>
            <a:ext cx="1287447" cy="0"/>
          </a:xfrm>
          <a:prstGeom prst="line">
            <a:avLst/>
          </a:prstGeom>
          <a:ln w="15875">
            <a:solidFill>
              <a:srgbClr val="FF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07827D14-8341-3A51-23A1-2641C08A63A5}"/>
              </a:ext>
            </a:extLst>
          </p:cNvPr>
          <p:cNvSpPr txBox="1"/>
          <p:nvPr/>
        </p:nvSpPr>
        <p:spPr>
          <a:xfrm>
            <a:off x="5061528" y="3654335"/>
            <a:ext cx="206894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600" dirty="0"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반가워요</a:t>
            </a:r>
            <a:r>
              <a:rPr lang="en-US" altLang="ko-KR" sz="1600" dirty="0"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, ID </a:t>
            </a:r>
            <a:r>
              <a:rPr lang="ko-KR" altLang="en-US" sz="1600" dirty="0"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님</a:t>
            </a:r>
            <a:r>
              <a:rPr lang="en-US" altLang="ko-KR" sz="1600" dirty="0"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!</a:t>
            </a:r>
            <a:endParaRPr lang="ko-KR" altLang="en-US" sz="1600" dirty="0">
              <a:latin typeface="한컴 말랑말랑 Regular" panose="020F0303000000000000" pitchFamily="50" charset="-127"/>
              <a:ea typeface="한컴 말랑말랑 Regular" panose="020F0303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60591586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ED7E79-C92A-61D4-88E4-CC15152210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D613965A-39B3-7C66-6044-A11955E5E45F}"/>
              </a:ext>
            </a:extLst>
          </p:cNvPr>
          <p:cNvSpPr/>
          <p:nvPr/>
        </p:nvSpPr>
        <p:spPr>
          <a:xfrm>
            <a:off x="4345709" y="477982"/>
            <a:ext cx="3500582" cy="5902036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9696069-79AB-1DDC-BBFD-A8EDB31C5030}"/>
              </a:ext>
            </a:extLst>
          </p:cNvPr>
          <p:cNvSpPr txBox="1"/>
          <p:nvPr/>
        </p:nvSpPr>
        <p:spPr>
          <a:xfrm>
            <a:off x="157018" y="127123"/>
            <a:ext cx="329936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한컴 말랑말랑 Bold" panose="020F0803000000000000" pitchFamily="50" charset="-127"/>
                <a:ea typeface="한컴 말랑말랑 Bold" panose="020F0803000000000000" pitchFamily="50" charset="-127"/>
                <a:cs typeface="+mn-cs"/>
              </a:rPr>
              <a:t>#4-1.</a:t>
            </a:r>
            <a:r>
              <a: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한컴 말랑말랑 Bold" panose="020F0803000000000000" pitchFamily="50" charset="-127"/>
                <a:ea typeface="한컴 말랑말랑 Bold" panose="020F0803000000000000" pitchFamily="50" charset="-127"/>
                <a:cs typeface="+mn-cs"/>
              </a:rPr>
              <a:t> </a:t>
            </a:r>
            <a:r>
              <a:rPr lang="en-US" altLang="ko-KR" dirty="0">
                <a:solidFill>
                  <a:prstClr val="black"/>
                </a:solidFill>
                <a:latin typeface="한컴 말랑말랑 Bold" panose="020F0803000000000000" pitchFamily="50" charset="-127"/>
                <a:ea typeface="한컴 말랑말랑 Bold" panose="020F0803000000000000" pitchFamily="50" charset="-127"/>
              </a:rPr>
              <a:t>uploaded </a:t>
            </a: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한컴 말랑말랑 Bold" panose="020F0803000000000000" pitchFamily="50" charset="-127"/>
                <a:ea typeface="한컴 말랑말랑 Bold" panose="020F0803000000000000" pitchFamily="50" charset="-127"/>
                <a:cs typeface="+mn-cs"/>
              </a:rPr>
              <a:t>contents list</a:t>
            </a: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한컴 말랑말랑 Bold" panose="020F0803000000000000" pitchFamily="50" charset="-127"/>
              <a:ea typeface="한컴 말랑말랑 Bold" panose="020F0803000000000000" pitchFamily="50" charset="-127"/>
              <a:cs typeface="+mn-cs"/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FCEDF6AC-12F3-AD2C-A9A1-0FD1A2BA3B4D}"/>
              </a:ext>
            </a:extLst>
          </p:cNvPr>
          <p:cNvSpPr/>
          <p:nvPr/>
        </p:nvSpPr>
        <p:spPr>
          <a:xfrm>
            <a:off x="4470401" y="2070101"/>
            <a:ext cx="3251199" cy="1283854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28575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760048F8-41E4-F891-E1EE-B827E2DA36DE}"/>
              </a:ext>
            </a:extLst>
          </p:cNvPr>
          <p:cNvSpPr/>
          <p:nvPr/>
        </p:nvSpPr>
        <p:spPr>
          <a:xfrm>
            <a:off x="4470401" y="3504046"/>
            <a:ext cx="3251199" cy="1283854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28575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D1E0917C-0C7A-44A1-2DD9-1161AC7F9E03}"/>
              </a:ext>
            </a:extLst>
          </p:cNvPr>
          <p:cNvSpPr/>
          <p:nvPr/>
        </p:nvSpPr>
        <p:spPr>
          <a:xfrm>
            <a:off x="4470401" y="4937991"/>
            <a:ext cx="3251199" cy="1283854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28575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7ABF4744-6F7C-B851-3B11-DADF91955679}"/>
              </a:ext>
            </a:extLst>
          </p:cNvPr>
          <p:cNvSpPr/>
          <p:nvPr/>
        </p:nvSpPr>
        <p:spPr>
          <a:xfrm>
            <a:off x="4593648" y="2227120"/>
            <a:ext cx="883515" cy="959426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28575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567652AE-D3E3-D9C3-4150-05FB45C94F46}"/>
              </a:ext>
            </a:extLst>
          </p:cNvPr>
          <p:cNvSpPr/>
          <p:nvPr/>
        </p:nvSpPr>
        <p:spPr>
          <a:xfrm>
            <a:off x="4593648" y="3666260"/>
            <a:ext cx="883515" cy="959426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28575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0DCDB2D6-E02C-FF5A-2D5E-770CECA3189B}"/>
              </a:ext>
            </a:extLst>
          </p:cNvPr>
          <p:cNvSpPr/>
          <p:nvPr/>
        </p:nvSpPr>
        <p:spPr>
          <a:xfrm>
            <a:off x="4593648" y="5100205"/>
            <a:ext cx="883515" cy="959426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28575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3559814-F16D-0190-A423-5E49541393EB}"/>
              </a:ext>
            </a:extLst>
          </p:cNvPr>
          <p:cNvSpPr txBox="1"/>
          <p:nvPr/>
        </p:nvSpPr>
        <p:spPr>
          <a:xfrm>
            <a:off x="5564908" y="2227120"/>
            <a:ext cx="206894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한컴 말랑말랑 Bold" panose="020F0803000000000000" pitchFamily="50" charset="-127"/>
                <a:ea typeface="한컴 말랑말랑 Bold" panose="020F0803000000000000" pitchFamily="50" charset="-127"/>
                <a:cs typeface="+mn-cs"/>
              </a:rPr>
              <a:t>두부 </a:t>
            </a:r>
            <a:r>
              <a:rPr kumimoji="0" lang="ko-KR" alt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한컴 말랑말랑 Bold" panose="020F0803000000000000" pitchFamily="50" charset="-127"/>
                <a:ea typeface="한컴 말랑말랑 Bold" panose="020F0803000000000000" pitchFamily="50" charset="-127"/>
                <a:cs typeface="+mn-cs"/>
              </a:rPr>
              <a:t>글레이즈드넛</a:t>
            </a:r>
            <a:endParaRPr kumimoji="0" lang="ko-KR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한컴 말랑말랑 Bold" panose="020F0803000000000000" pitchFamily="50" charset="-127"/>
              <a:ea typeface="한컴 말랑말랑 Bold" panose="020F0803000000000000" pitchFamily="50" charset="-127"/>
              <a:cs typeface="+mn-cs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49472638-B3CA-4C98-C41C-3E3363CF02F1}"/>
              </a:ext>
            </a:extLst>
          </p:cNvPr>
          <p:cNvSpPr txBox="1"/>
          <p:nvPr/>
        </p:nvSpPr>
        <p:spPr>
          <a:xfrm>
            <a:off x="5564908" y="3681799"/>
            <a:ext cx="206894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한컴 말랑말랑 Regular" panose="020F0303000000000000" pitchFamily="50" charset="-127"/>
                <a:ea typeface="한컴 말랑말랑 Regular" panose="020F0303000000000000" pitchFamily="50" charset="-127"/>
                <a:cs typeface="+mn-cs"/>
              </a:rPr>
              <a:t>녹차라떼</a:t>
            </a:r>
            <a:endParaRPr kumimoji="0" lang="ko-KR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한컴 말랑말랑 Regular" panose="020F0303000000000000" pitchFamily="50" charset="-127"/>
              <a:ea typeface="한컴 말랑말랑 Regular" panose="020F0303000000000000" pitchFamily="50" charset="-127"/>
              <a:cs typeface="+mn-cs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2C316BA-5EFD-103F-47A1-FA647F9CF0BF}"/>
              </a:ext>
            </a:extLst>
          </p:cNvPr>
          <p:cNvSpPr txBox="1"/>
          <p:nvPr/>
        </p:nvSpPr>
        <p:spPr>
          <a:xfrm>
            <a:off x="5564908" y="5100205"/>
            <a:ext cx="206894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한컴 말랑말랑 Regular" panose="020F0303000000000000" pitchFamily="50" charset="-127"/>
                <a:ea typeface="한컴 말랑말랑 Regular" panose="020F0303000000000000" pitchFamily="50" charset="-127"/>
                <a:cs typeface="+mn-cs"/>
              </a:rPr>
              <a:t>핵불닭</a:t>
            </a:r>
            <a:r>
              <a:rPr kumimoji="0" lang="ko-KR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한컴 말랑말랑 Regular" panose="020F0303000000000000" pitchFamily="50" charset="-127"/>
                <a:ea typeface="한컴 말랑말랑 Regular" panose="020F0303000000000000" pitchFamily="50" charset="-127"/>
                <a:cs typeface="+mn-cs"/>
              </a:rPr>
              <a:t> </a:t>
            </a:r>
            <a:r>
              <a:rPr kumimoji="0" lang="ko-KR" alt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한컴 말랑말랑 Regular" panose="020F0303000000000000" pitchFamily="50" charset="-127"/>
                <a:ea typeface="한컴 말랑말랑 Regular" panose="020F0303000000000000" pitchFamily="50" charset="-127"/>
                <a:cs typeface="+mn-cs"/>
              </a:rPr>
              <a:t>와사비</a:t>
            </a:r>
            <a:r>
              <a:rPr kumimoji="0" lang="ko-KR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한컴 말랑말랑 Regular" panose="020F0303000000000000" pitchFamily="50" charset="-127"/>
                <a:ea typeface="한컴 말랑말랑 Regular" panose="020F0303000000000000" pitchFamily="50" charset="-127"/>
                <a:cs typeface="+mn-cs"/>
              </a:rPr>
              <a:t> 토스트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6A81D88A-E43D-EADA-485E-EBD49E6942E3}"/>
              </a:ext>
            </a:extLst>
          </p:cNvPr>
          <p:cNvSpPr txBox="1"/>
          <p:nvPr/>
        </p:nvSpPr>
        <p:spPr>
          <a:xfrm>
            <a:off x="5564908" y="2560159"/>
            <a:ext cx="206894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1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한컴 말랑말랑 Regular" panose="020F0303000000000000" pitchFamily="50" charset="-127"/>
                <a:ea typeface="한컴 말랑말랑 Regular" panose="020F0303000000000000" pitchFamily="50" charset="-127"/>
                <a:cs typeface="+mn-cs"/>
              </a:rPr>
              <a:t>노티드</a:t>
            </a:r>
            <a:r>
              <a:rPr kumimoji="0" lang="ko-KR" alt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한컴 말랑말랑 Regular" panose="020F0303000000000000" pitchFamily="50" charset="-127"/>
                <a:ea typeface="한컴 말랑말랑 Regular" panose="020F0303000000000000" pitchFamily="50" charset="-127"/>
                <a:cs typeface="+mn-cs"/>
              </a:rPr>
              <a:t> </a:t>
            </a:r>
            <a:r>
              <a:rPr kumimoji="0" lang="ko-KR" altLang="en-US" sz="11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한컴 말랑말랑 Regular" panose="020F0303000000000000" pitchFamily="50" charset="-127"/>
                <a:ea typeface="한컴 말랑말랑 Regular" panose="020F0303000000000000" pitchFamily="50" charset="-127"/>
                <a:cs typeface="+mn-cs"/>
              </a:rPr>
              <a:t>신림점</a:t>
            </a:r>
            <a:endParaRPr kumimoji="0" lang="ko-KR" alt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한컴 말랑말랑 Regular" panose="020F0303000000000000" pitchFamily="50" charset="-127"/>
              <a:ea typeface="한컴 말랑말랑 Regular" panose="020F0303000000000000" pitchFamily="50" charset="-127"/>
              <a:cs typeface="+mn-cs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45838DBB-14B9-1243-9660-5AC634019C31}"/>
              </a:ext>
            </a:extLst>
          </p:cNvPr>
          <p:cNvSpPr txBox="1"/>
          <p:nvPr/>
        </p:nvSpPr>
        <p:spPr>
          <a:xfrm>
            <a:off x="5564908" y="4019481"/>
            <a:ext cx="171334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한컴 말랑말랑 Regular" panose="020F0303000000000000" pitchFamily="50" charset="-127"/>
                <a:ea typeface="한컴 말랑말랑 Regular" panose="020F0303000000000000" pitchFamily="50" charset="-127"/>
                <a:cs typeface="+mn-cs"/>
              </a:rPr>
              <a:t>00</a:t>
            </a:r>
            <a:r>
              <a:rPr kumimoji="0" lang="ko-KR" alt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한컴 말랑말랑 Regular" panose="020F0303000000000000" pitchFamily="50" charset="-127"/>
                <a:ea typeface="한컴 말랑말랑 Regular" panose="020F0303000000000000" pitchFamily="50" charset="-127"/>
                <a:cs typeface="+mn-cs"/>
              </a:rPr>
              <a:t>카페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295B5D17-08F9-A3FB-6D23-692A69BB20BB}"/>
              </a:ext>
            </a:extLst>
          </p:cNvPr>
          <p:cNvSpPr txBox="1"/>
          <p:nvPr/>
        </p:nvSpPr>
        <p:spPr>
          <a:xfrm>
            <a:off x="5564908" y="5437887"/>
            <a:ext cx="195349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한컴 말랑말랑 Regular" panose="020F0303000000000000" pitchFamily="50" charset="-127"/>
                <a:ea typeface="한컴 말랑말랑 Regular" panose="020F0303000000000000" pitchFamily="50" charset="-127"/>
                <a:cs typeface="+mn-cs"/>
              </a:rPr>
              <a:t>XX</a:t>
            </a:r>
            <a:r>
              <a:rPr kumimoji="0" lang="ko-KR" alt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한컴 말랑말랑 Regular" panose="020F0303000000000000" pitchFamily="50" charset="-127"/>
                <a:ea typeface="한컴 말랑말랑 Regular" panose="020F0303000000000000" pitchFamily="50" charset="-127"/>
                <a:cs typeface="+mn-cs"/>
              </a:rPr>
              <a:t>베이커리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A90116D5-9482-12E4-56A1-9C5BD44C405E}"/>
              </a:ext>
            </a:extLst>
          </p:cNvPr>
          <p:cNvSpPr txBox="1"/>
          <p:nvPr/>
        </p:nvSpPr>
        <p:spPr>
          <a:xfrm>
            <a:off x="5564908" y="2971860"/>
            <a:ext cx="206894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한컴 말랑말랑 Regular" panose="020F0303000000000000" pitchFamily="50" charset="-127"/>
                <a:ea typeface="한컴 말랑말랑 Regular" panose="020F0303000000000000" pitchFamily="50" charset="-127"/>
                <a:cs typeface="+mn-cs"/>
              </a:rPr>
              <a:t>Like : 00  View : 00</a:t>
            </a:r>
            <a:endParaRPr kumimoji="0" lang="ko-KR" alt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한컴 말랑말랑 Regular" panose="020F0303000000000000" pitchFamily="50" charset="-127"/>
              <a:ea typeface="한컴 말랑말랑 Regular" panose="020F0303000000000000" pitchFamily="50" charset="-127"/>
              <a:cs typeface="+mn-cs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EA51E825-89A0-24D2-4199-5D4FC71C0AD9}"/>
              </a:ext>
            </a:extLst>
          </p:cNvPr>
          <p:cNvSpPr txBox="1"/>
          <p:nvPr/>
        </p:nvSpPr>
        <p:spPr>
          <a:xfrm>
            <a:off x="5564908" y="4376735"/>
            <a:ext cx="206894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한컴 말랑말랑 Regular" panose="020F0303000000000000" pitchFamily="50" charset="-127"/>
                <a:ea typeface="한컴 말랑말랑 Regular" panose="020F0303000000000000" pitchFamily="50" charset="-127"/>
                <a:cs typeface="+mn-cs"/>
              </a:rPr>
              <a:t>Like : 00  View : 00</a:t>
            </a:r>
            <a:endParaRPr kumimoji="0" lang="ko-KR" alt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한컴 말랑말랑 Regular" panose="020F0303000000000000" pitchFamily="50" charset="-127"/>
              <a:ea typeface="한컴 말랑말랑 Regular" panose="020F0303000000000000" pitchFamily="50" charset="-127"/>
              <a:cs typeface="+mn-cs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08D244F9-0635-6B13-6424-ACD4F682942F}"/>
              </a:ext>
            </a:extLst>
          </p:cNvPr>
          <p:cNvSpPr txBox="1"/>
          <p:nvPr/>
        </p:nvSpPr>
        <p:spPr>
          <a:xfrm>
            <a:off x="5564908" y="5828565"/>
            <a:ext cx="206894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한컴 말랑말랑 Regular" panose="020F0303000000000000" pitchFamily="50" charset="-127"/>
                <a:ea typeface="한컴 말랑말랑 Regular" panose="020F0303000000000000" pitchFamily="50" charset="-127"/>
                <a:cs typeface="+mn-cs"/>
              </a:rPr>
              <a:t>Like : 00  View : 00</a:t>
            </a:r>
            <a:endParaRPr kumimoji="0" lang="ko-KR" alt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한컴 말랑말랑 Regular" panose="020F0303000000000000" pitchFamily="50" charset="-127"/>
              <a:ea typeface="한컴 말랑말랑 Regular" panose="020F0303000000000000" pitchFamily="50" charset="-127"/>
              <a:cs typeface="+mn-cs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7FFDA368-F83B-29DB-B865-770CF8AED57F}"/>
              </a:ext>
            </a:extLst>
          </p:cNvPr>
          <p:cNvSpPr txBox="1"/>
          <p:nvPr/>
        </p:nvSpPr>
        <p:spPr>
          <a:xfrm>
            <a:off x="8836884" y="2355549"/>
            <a:ext cx="282864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한컴 말랑말랑 Regular" panose="020F0303000000000000" pitchFamily="50" charset="-127"/>
                <a:ea typeface="한컴 말랑말랑 Regular" panose="020F0303000000000000" pitchFamily="50" charset="-127"/>
                <a:cs typeface="+mn-cs"/>
              </a:rPr>
              <a:t>클릭 시 </a:t>
            </a:r>
            <a:r>
              <a:rPr kumimoji="0" lang="en-US" altLang="ko-KR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한컴 말랑말랑 Regular" panose="020F0303000000000000" pitchFamily="50" charset="-127"/>
                <a:ea typeface="한컴 말랑말랑 Regular" panose="020F0303000000000000" pitchFamily="50" charset="-127"/>
                <a:cs typeface="+mn-cs"/>
              </a:rPr>
              <a:t>#2-1 </a:t>
            </a:r>
            <a:r>
              <a:rPr kumimoji="0" lang="ko-KR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한컴 말랑말랑 Regular" panose="020F0303000000000000" pitchFamily="50" charset="-127"/>
                <a:ea typeface="한컴 말랑말랑 Regular" panose="020F0303000000000000" pitchFamily="50" charset="-127"/>
                <a:cs typeface="+mn-cs"/>
              </a:rPr>
              <a:t>이동</a:t>
            </a:r>
            <a:endParaRPr kumimoji="0" lang="en-US" altLang="ko-KR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한컴 말랑말랑 Regular" panose="020F0303000000000000" pitchFamily="50" charset="-127"/>
              <a:ea typeface="한컴 말랑말랑 Regular" panose="020F0303000000000000" pitchFamily="50" charset="-127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한컴 말랑말랑 Regular" panose="020F0303000000000000" pitchFamily="50" charset="-127"/>
                <a:ea typeface="한컴 말랑말랑 Regular" panose="020F0303000000000000" pitchFamily="50" charset="-127"/>
                <a:cs typeface="+mn-cs"/>
              </a:rPr>
              <a:t>좌측 음식 이미지 미리보기</a:t>
            </a:r>
            <a:endParaRPr kumimoji="0" lang="en-US" altLang="ko-KR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한컴 말랑말랑 Regular" panose="020F0303000000000000" pitchFamily="50" charset="-127"/>
              <a:ea typeface="한컴 말랑말랑 Regular" panose="020F0303000000000000" pitchFamily="50" charset="-127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한컴 말랑말랑 Regular" panose="020F0303000000000000" pitchFamily="50" charset="-127"/>
                <a:ea typeface="한컴 말랑말랑 Regular" panose="020F0303000000000000" pitchFamily="50" charset="-127"/>
                <a:cs typeface="+mn-cs"/>
              </a:rPr>
              <a:t>Like / view </a:t>
            </a:r>
            <a:r>
              <a:rPr kumimoji="0" lang="ko-KR" alt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한컴 말랑말랑 Regular" panose="020F0303000000000000" pitchFamily="50" charset="-127"/>
                <a:ea typeface="한컴 말랑말랑 Regular" panose="020F0303000000000000" pitchFamily="50" charset="-127"/>
                <a:cs typeface="+mn-cs"/>
              </a:rPr>
              <a:t>플래티콘</a:t>
            </a:r>
            <a:r>
              <a:rPr kumimoji="0" lang="ko-KR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한컴 말랑말랑 Regular" panose="020F0303000000000000" pitchFamily="50" charset="-127"/>
                <a:ea typeface="한컴 말랑말랑 Regular" panose="020F0303000000000000" pitchFamily="50" charset="-127"/>
                <a:cs typeface="+mn-cs"/>
              </a:rPr>
              <a:t> 활용</a:t>
            </a:r>
            <a:endParaRPr kumimoji="0" lang="en-US" altLang="ko-KR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한컴 말랑말랑 Regular" panose="020F0303000000000000" pitchFamily="50" charset="-127"/>
              <a:ea typeface="한컴 말랑말랑 Regular" panose="020F0303000000000000" pitchFamily="50" charset="-127"/>
              <a:cs typeface="+mn-cs"/>
            </a:endParaRPr>
          </a:p>
        </p:txBody>
      </p:sp>
      <p:cxnSp>
        <p:nvCxnSpPr>
          <p:cNvPr id="27" name="직선 연결선 26">
            <a:extLst>
              <a:ext uri="{FF2B5EF4-FFF2-40B4-BE49-F238E27FC236}">
                <a16:creationId xmlns:a16="http://schemas.microsoft.com/office/drawing/2014/main" id="{A751D331-410C-C85F-DD48-1187E64B8D39}"/>
              </a:ext>
            </a:extLst>
          </p:cNvPr>
          <p:cNvCxnSpPr>
            <a:cxnSpLocks/>
          </p:cNvCxnSpPr>
          <p:nvPr/>
        </p:nvCxnSpPr>
        <p:spPr>
          <a:xfrm>
            <a:off x="7798666" y="2752339"/>
            <a:ext cx="901989" cy="0"/>
          </a:xfrm>
          <a:prstGeom prst="line">
            <a:avLst/>
          </a:prstGeom>
          <a:ln w="15875">
            <a:solidFill>
              <a:srgbClr val="FF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TextBox 28">
            <a:extLst>
              <a:ext uri="{FF2B5EF4-FFF2-40B4-BE49-F238E27FC236}">
                <a16:creationId xmlns:a16="http://schemas.microsoft.com/office/drawing/2014/main" id="{9F70380D-315B-4BDE-0143-B043F8F40A72}"/>
              </a:ext>
            </a:extLst>
          </p:cNvPr>
          <p:cNvSpPr txBox="1"/>
          <p:nvPr/>
        </p:nvSpPr>
        <p:spPr>
          <a:xfrm>
            <a:off x="4482206" y="637697"/>
            <a:ext cx="206894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한컴 말랑말랑 Bold" panose="020F0803000000000000" pitchFamily="50" charset="-127"/>
                <a:ea typeface="한컴 말랑말랑 Bold" panose="020F0803000000000000" pitchFamily="50" charset="-127"/>
                <a:cs typeface="+mn-cs"/>
              </a:rPr>
              <a:t>현재 게시판</a:t>
            </a:r>
            <a:endParaRPr kumimoji="0" lang="en-US" altLang="ko-KR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한컴 말랑말랑 Bold" panose="020F0803000000000000" pitchFamily="50" charset="-127"/>
              <a:ea typeface="한컴 말랑말랑 Bold" panose="020F0803000000000000" pitchFamily="50" charset="-127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한컴 말랑말랑 Bold" panose="020F0803000000000000" pitchFamily="50" charset="-127"/>
                <a:ea typeface="한컴 말랑말랑 Bold" panose="020F0803000000000000" pitchFamily="50" charset="-127"/>
                <a:cs typeface="+mn-cs"/>
              </a:rPr>
              <a:t>안내 및 이름</a:t>
            </a:r>
          </a:p>
        </p:txBody>
      </p:sp>
      <p:pic>
        <p:nvPicPr>
          <p:cNvPr id="31" name="그림 30">
            <a:extLst>
              <a:ext uri="{FF2B5EF4-FFF2-40B4-BE49-F238E27FC236}">
                <a16:creationId xmlns:a16="http://schemas.microsoft.com/office/drawing/2014/main" id="{3609AA43-9E6F-00D4-EDF6-A89CD8A7558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36884" y="3423635"/>
            <a:ext cx="485250" cy="485250"/>
          </a:xfrm>
          <a:prstGeom prst="rect">
            <a:avLst/>
          </a:prstGeom>
        </p:spPr>
      </p:pic>
      <p:pic>
        <p:nvPicPr>
          <p:cNvPr id="33" name="그림 32">
            <a:extLst>
              <a:ext uri="{FF2B5EF4-FFF2-40B4-BE49-F238E27FC236}">
                <a16:creationId xmlns:a16="http://schemas.microsoft.com/office/drawing/2014/main" id="{074DDCC4-C01F-6848-EA09-9279578E3BE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65183" y="3320630"/>
            <a:ext cx="722338" cy="722338"/>
          </a:xfrm>
          <a:prstGeom prst="rect">
            <a:avLst/>
          </a:prstGeom>
        </p:spPr>
      </p:pic>
      <p:sp>
        <p:nvSpPr>
          <p:cNvPr id="35" name="직사각형 34">
            <a:extLst>
              <a:ext uri="{FF2B5EF4-FFF2-40B4-BE49-F238E27FC236}">
                <a16:creationId xmlns:a16="http://schemas.microsoft.com/office/drawing/2014/main" id="{B168B299-3D1D-41CB-9632-15C357F43FCB}"/>
              </a:ext>
            </a:extLst>
          </p:cNvPr>
          <p:cNvSpPr/>
          <p:nvPr/>
        </p:nvSpPr>
        <p:spPr>
          <a:xfrm>
            <a:off x="4462321" y="1606745"/>
            <a:ext cx="1786080" cy="34287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28575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pic>
        <p:nvPicPr>
          <p:cNvPr id="37" name="그림 36">
            <a:extLst>
              <a:ext uri="{FF2B5EF4-FFF2-40B4-BE49-F238E27FC236}">
                <a16:creationId xmlns:a16="http://schemas.microsoft.com/office/drawing/2014/main" id="{453ADD9B-002A-B4D6-1691-D82046955C0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79772" y="1667436"/>
            <a:ext cx="232455" cy="232455"/>
          </a:xfrm>
          <a:prstGeom prst="rect">
            <a:avLst/>
          </a:prstGeom>
        </p:spPr>
      </p:pic>
      <p:sp>
        <p:nvSpPr>
          <p:cNvPr id="38" name="TextBox 37">
            <a:extLst>
              <a:ext uri="{FF2B5EF4-FFF2-40B4-BE49-F238E27FC236}">
                <a16:creationId xmlns:a16="http://schemas.microsoft.com/office/drawing/2014/main" id="{D02FD041-09C2-EB2F-3245-92AF6FD5E3A5}"/>
              </a:ext>
            </a:extLst>
          </p:cNvPr>
          <p:cNvSpPr txBox="1"/>
          <p:nvPr/>
        </p:nvSpPr>
        <p:spPr>
          <a:xfrm>
            <a:off x="1356051" y="1239571"/>
            <a:ext cx="2037737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한컴 말랑말랑 Regular" panose="020F0303000000000000" pitchFamily="50" charset="-127"/>
                <a:ea typeface="한컴 말랑말랑 Regular" panose="020F0303000000000000" pitchFamily="50" charset="-127"/>
                <a:cs typeface="+mn-cs"/>
              </a:rPr>
              <a:t>검색창</a:t>
            </a:r>
            <a:r>
              <a:rPr kumimoji="0" lang="ko-KR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한컴 말랑말랑 Regular" panose="020F0303000000000000" pitchFamily="50" charset="-127"/>
                <a:ea typeface="한컴 말랑말랑 Regular" panose="020F0303000000000000" pitchFamily="50" charset="-127"/>
                <a:cs typeface="+mn-cs"/>
              </a:rPr>
              <a:t> 기능</a:t>
            </a:r>
            <a:endParaRPr kumimoji="0" lang="en-US" altLang="ko-KR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한컴 말랑말랑 Regular" panose="020F0303000000000000" pitchFamily="50" charset="-127"/>
              <a:ea typeface="한컴 말랑말랑 Regular" panose="020F0303000000000000" pitchFamily="50" charset="-127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600" dirty="0">
                <a:solidFill>
                  <a:prstClr val="black"/>
                </a:solidFill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#4-1</a:t>
            </a:r>
            <a:r>
              <a:rPr lang="ko-KR" altLang="en-US" sz="1600" dirty="0">
                <a:solidFill>
                  <a:prstClr val="black"/>
                </a:solidFill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에 있는 내용만 </a:t>
            </a:r>
            <a:endParaRPr lang="en-US" altLang="ko-KR" sz="1600" dirty="0">
              <a:solidFill>
                <a:prstClr val="black"/>
              </a:solidFill>
              <a:latin typeface="한컴 말랑말랑 Regular" panose="020F0303000000000000" pitchFamily="50" charset="-127"/>
              <a:ea typeface="한컴 말랑말랑 Regular" panose="020F0303000000000000" pitchFamily="50" charset="-127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600" dirty="0">
                <a:solidFill>
                  <a:prstClr val="black"/>
                </a:solidFill>
                <a:latin typeface="한컴 말랑말랑 Regular" panose="020F0303000000000000" pitchFamily="50" charset="-127"/>
                <a:ea typeface="한컴 말랑말랑 Regular" panose="020F0303000000000000" pitchFamily="50" charset="-127"/>
              </a:rPr>
              <a:t>검색 가능</a:t>
            </a:r>
            <a:endParaRPr kumimoji="0" lang="en-US" altLang="ko-KR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한컴 말랑말랑 Regular" panose="020F0303000000000000" pitchFamily="50" charset="-127"/>
              <a:ea typeface="한컴 말랑말랑 Regular" panose="020F0303000000000000" pitchFamily="50" charset="-127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한컴 말랑말랑 Regular" panose="020F0303000000000000" pitchFamily="50" charset="-127"/>
                <a:ea typeface="한컴 말랑말랑 Regular" panose="020F0303000000000000" pitchFamily="50" charset="-127"/>
                <a:cs typeface="+mn-cs"/>
              </a:rPr>
              <a:t>이름에 따른 </a:t>
            </a:r>
            <a:r>
              <a:rPr kumimoji="0" lang="en-US" altLang="ko-KR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한컴 말랑말랑 Regular" panose="020F0303000000000000" pitchFamily="50" charset="-127"/>
                <a:ea typeface="한컴 말랑말랑 Regular" panose="020F0303000000000000" pitchFamily="50" charset="-127"/>
                <a:cs typeface="+mn-cs"/>
              </a:rPr>
              <a:t>#2-1 </a:t>
            </a:r>
            <a:r>
              <a:rPr kumimoji="0" lang="ko-KR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한컴 말랑말랑 Regular" panose="020F0303000000000000" pitchFamily="50" charset="-127"/>
                <a:ea typeface="한컴 말랑말랑 Regular" panose="020F0303000000000000" pitchFamily="50" charset="-127"/>
                <a:cs typeface="+mn-cs"/>
              </a:rPr>
              <a:t>이동</a:t>
            </a:r>
            <a:endParaRPr kumimoji="0" lang="en-US" altLang="ko-KR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한컴 말랑말랑 Regular" panose="020F0303000000000000" pitchFamily="50" charset="-127"/>
              <a:ea typeface="한컴 말랑말랑 Regular" panose="020F0303000000000000" pitchFamily="50" charset="-127"/>
              <a:cs typeface="+mn-cs"/>
            </a:endParaRPr>
          </a:p>
        </p:txBody>
      </p:sp>
      <p:cxnSp>
        <p:nvCxnSpPr>
          <p:cNvPr id="39" name="직선 연결선 38">
            <a:extLst>
              <a:ext uri="{FF2B5EF4-FFF2-40B4-BE49-F238E27FC236}">
                <a16:creationId xmlns:a16="http://schemas.microsoft.com/office/drawing/2014/main" id="{6EB2B94B-18AB-DB06-D63F-EC0100480058}"/>
              </a:ext>
            </a:extLst>
          </p:cNvPr>
          <p:cNvCxnSpPr>
            <a:cxnSpLocks/>
          </p:cNvCxnSpPr>
          <p:nvPr/>
        </p:nvCxnSpPr>
        <p:spPr>
          <a:xfrm>
            <a:off x="3443720" y="1792900"/>
            <a:ext cx="901989" cy="0"/>
          </a:xfrm>
          <a:prstGeom prst="line">
            <a:avLst/>
          </a:prstGeom>
          <a:ln w="15875">
            <a:solidFill>
              <a:srgbClr val="FF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TextBox 43">
            <a:extLst>
              <a:ext uri="{FF2B5EF4-FFF2-40B4-BE49-F238E27FC236}">
                <a16:creationId xmlns:a16="http://schemas.microsoft.com/office/drawing/2014/main" id="{F04BA238-D01F-BC97-6A3B-B6BC04C04B31}"/>
              </a:ext>
            </a:extLst>
          </p:cNvPr>
          <p:cNvSpPr txBox="1"/>
          <p:nvPr/>
        </p:nvSpPr>
        <p:spPr>
          <a:xfrm>
            <a:off x="8836884" y="668472"/>
            <a:ext cx="147187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한컴 말랑말랑 Regular" panose="020F0303000000000000" pitchFamily="50" charset="-127"/>
                <a:ea typeface="한컴 말랑말랑 Regular" panose="020F0303000000000000" pitchFamily="50" charset="-127"/>
                <a:cs typeface="+mn-cs"/>
              </a:rPr>
              <a:t>클릭 시 </a:t>
            </a:r>
            <a:r>
              <a:rPr kumimoji="0" lang="en-US" altLang="ko-KR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한컴 말랑말랑 Regular" panose="020F0303000000000000" pitchFamily="50" charset="-127"/>
                <a:ea typeface="한컴 말랑말랑 Regular" panose="020F0303000000000000" pitchFamily="50" charset="-127"/>
                <a:cs typeface="+mn-cs"/>
              </a:rPr>
              <a:t>#1 </a:t>
            </a:r>
            <a:r>
              <a:rPr kumimoji="0" lang="ko-KR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한컴 말랑말랑 Regular" panose="020F0303000000000000" pitchFamily="50" charset="-127"/>
                <a:ea typeface="한컴 말랑말랑 Regular" panose="020F0303000000000000" pitchFamily="50" charset="-127"/>
                <a:cs typeface="+mn-cs"/>
              </a:rPr>
              <a:t>이동</a:t>
            </a:r>
            <a:endParaRPr kumimoji="0" lang="en-US" altLang="ko-KR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한컴 말랑말랑 Regular" panose="020F0303000000000000" pitchFamily="50" charset="-127"/>
              <a:ea typeface="한컴 말랑말랑 Regular" panose="020F0303000000000000" pitchFamily="50" charset="-127"/>
              <a:cs typeface="+mn-cs"/>
            </a:endParaRPr>
          </a:p>
        </p:txBody>
      </p:sp>
      <p:cxnSp>
        <p:nvCxnSpPr>
          <p:cNvPr id="45" name="직선 연결선 44">
            <a:extLst>
              <a:ext uri="{FF2B5EF4-FFF2-40B4-BE49-F238E27FC236}">
                <a16:creationId xmlns:a16="http://schemas.microsoft.com/office/drawing/2014/main" id="{1C59A145-5C9E-361B-4484-537532A67528}"/>
              </a:ext>
            </a:extLst>
          </p:cNvPr>
          <p:cNvCxnSpPr>
            <a:cxnSpLocks/>
          </p:cNvCxnSpPr>
          <p:nvPr/>
        </p:nvCxnSpPr>
        <p:spPr>
          <a:xfrm>
            <a:off x="7721600" y="837749"/>
            <a:ext cx="979055" cy="0"/>
          </a:xfrm>
          <a:prstGeom prst="line">
            <a:avLst/>
          </a:prstGeom>
          <a:ln w="15875">
            <a:solidFill>
              <a:srgbClr val="FF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이등변 삼각형 45">
            <a:extLst>
              <a:ext uri="{FF2B5EF4-FFF2-40B4-BE49-F238E27FC236}">
                <a16:creationId xmlns:a16="http://schemas.microsoft.com/office/drawing/2014/main" id="{818D748E-DA22-22E5-2203-259C40652978}"/>
              </a:ext>
            </a:extLst>
          </p:cNvPr>
          <p:cNvSpPr/>
          <p:nvPr/>
        </p:nvSpPr>
        <p:spPr>
          <a:xfrm rot="16200000">
            <a:off x="7215268" y="686998"/>
            <a:ext cx="419250" cy="361422"/>
          </a:xfrm>
          <a:prstGeom prst="triangle">
            <a:avLst/>
          </a:prstGeom>
          <a:solidFill>
            <a:schemeClr val="accent1">
              <a:lumMod val="20000"/>
              <a:lumOff val="80000"/>
            </a:schemeClr>
          </a:solidFill>
          <a:ln w="28575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60BEF095-4CCB-2D64-D119-2AA3F1951960}"/>
              </a:ext>
            </a:extLst>
          </p:cNvPr>
          <p:cNvSpPr txBox="1"/>
          <p:nvPr/>
        </p:nvSpPr>
        <p:spPr>
          <a:xfrm>
            <a:off x="8836884" y="5407109"/>
            <a:ext cx="282864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한컴 말랑말랑 Regular" panose="020F0303000000000000" pitchFamily="50" charset="-127"/>
                <a:ea typeface="한컴 말랑말랑 Regular" panose="020F0303000000000000" pitchFamily="50" charset="-127"/>
                <a:cs typeface="+mn-cs"/>
              </a:rPr>
              <a:t>게시글 수에 따라 화면</a:t>
            </a:r>
            <a:endParaRPr kumimoji="0" lang="en-US" altLang="ko-KR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한컴 말랑말랑 Regular" panose="020F0303000000000000" pitchFamily="50" charset="-127"/>
              <a:ea typeface="한컴 말랑말랑 Regular" panose="020F0303000000000000" pitchFamily="50" charset="-127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한컴 말랑말랑 Regular" panose="020F0303000000000000" pitchFamily="50" charset="-127"/>
                <a:ea typeface="한컴 말랑말랑 Regular" panose="020F0303000000000000" pitchFamily="50" charset="-127"/>
                <a:cs typeface="+mn-cs"/>
              </a:rPr>
              <a:t>Height </a:t>
            </a:r>
            <a:r>
              <a:rPr kumimoji="0" lang="ko-KR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한컴 말랑말랑 Regular" panose="020F0303000000000000" pitchFamily="50" charset="-127"/>
                <a:ea typeface="한컴 말랑말랑 Regular" panose="020F0303000000000000" pitchFamily="50" charset="-127"/>
                <a:cs typeface="+mn-cs"/>
              </a:rPr>
              <a:t>가 늘어난다</a:t>
            </a:r>
            <a:endParaRPr kumimoji="0" lang="en-US" altLang="ko-KR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한컴 말랑말랑 Regular" panose="020F0303000000000000" pitchFamily="50" charset="-127"/>
              <a:ea typeface="한컴 말랑말랑 Regular" panose="020F0303000000000000" pitchFamily="50" charset="-127"/>
              <a:cs typeface="+mn-cs"/>
            </a:endParaRPr>
          </a:p>
        </p:txBody>
      </p:sp>
      <p:cxnSp>
        <p:nvCxnSpPr>
          <p:cNvPr id="48" name="직선 연결선 47">
            <a:extLst>
              <a:ext uri="{FF2B5EF4-FFF2-40B4-BE49-F238E27FC236}">
                <a16:creationId xmlns:a16="http://schemas.microsoft.com/office/drawing/2014/main" id="{0E26AF00-87F6-C652-432C-030C2AC48D69}"/>
              </a:ext>
            </a:extLst>
          </p:cNvPr>
          <p:cNvCxnSpPr>
            <a:cxnSpLocks/>
          </p:cNvCxnSpPr>
          <p:nvPr/>
        </p:nvCxnSpPr>
        <p:spPr>
          <a:xfrm>
            <a:off x="7798666" y="5680788"/>
            <a:ext cx="901989" cy="0"/>
          </a:xfrm>
          <a:prstGeom prst="line">
            <a:avLst/>
          </a:prstGeom>
          <a:ln w="15875">
            <a:solidFill>
              <a:srgbClr val="FF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9895844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64F41F-B25C-1476-6B3D-9E1C106D74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421AF69A-BB52-09FC-2BC3-C72956AD8A5E}"/>
              </a:ext>
            </a:extLst>
          </p:cNvPr>
          <p:cNvSpPr/>
          <p:nvPr/>
        </p:nvSpPr>
        <p:spPr>
          <a:xfrm>
            <a:off x="4345709" y="477982"/>
            <a:ext cx="3500582" cy="5902036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E5AE270-FCEA-3130-FBA9-3E045E0672EA}"/>
              </a:ext>
            </a:extLst>
          </p:cNvPr>
          <p:cNvSpPr txBox="1"/>
          <p:nvPr/>
        </p:nvSpPr>
        <p:spPr>
          <a:xfrm>
            <a:off x="157018" y="127123"/>
            <a:ext cx="31255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한컴 말랑말랑 Bold" panose="020F0803000000000000" pitchFamily="50" charset="-127"/>
                <a:ea typeface="한컴 말랑말랑 Bold" panose="020F0803000000000000" pitchFamily="50" charset="-127"/>
                <a:cs typeface="+mn-cs"/>
              </a:rPr>
              <a:t>#4-2.</a:t>
            </a:r>
            <a:r>
              <a: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한컴 말랑말랑 Bold" panose="020F0803000000000000" pitchFamily="50" charset="-127"/>
                <a:ea typeface="한컴 말랑말랑 Bold" panose="020F0803000000000000" pitchFamily="50" charset="-127"/>
                <a:cs typeface="+mn-cs"/>
              </a:rPr>
              <a:t> </a:t>
            </a: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한컴 말랑말랑 Bold" panose="020F0803000000000000" pitchFamily="50" charset="-127"/>
                <a:ea typeface="한컴 말랑말랑 Bold" panose="020F0803000000000000" pitchFamily="50" charset="-127"/>
                <a:cs typeface="+mn-cs"/>
              </a:rPr>
              <a:t>favorite contents list</a:t>
            </a: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한컴 말랑말랑 Bold" panose="020F0803000000000000" pitchFamily="50" charset="-127"/>
              <a:ea typeface="한컴 말랑말랑 Bold" panose="020F0803000000000000" pitchFamily="50" charset="-127"/>
              <a:cs typeface="+mn-cs"/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5D5B0D26-FA17-0E05-4E34-25639E43418C}"/>
              </a:ext>
            </a:extLst>
          </p:cNvPr>
          <p:cNvSpPr/>
          <p:nvPr/>
        </p:nvSpPr>
        <p:spPr>
          <a:xfrm>
            <a:off x="4470401" y="2070101"/>
            <a:ext cx="3251199" cy="1283854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28575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13C227C7-1C5B-68D6-5082-51871CB58A67}"/>
              </a:ext>
            </a:extLst>
          </p:cNvPr>
          <p:cNvSpPr/>
          <p:nvPr/>
        </p:nvSpPr>
        <p:spPr>
          <a:xfrm>
            <a:off x="4470401" y="3504046"/>
            <a:ext cx="3251199" cy="1283854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28575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27832BE7-EB4C-312D-CFDB-666618DA07AD}"/>
              </a:ext>
            </a:extLst>
          </p:cNvPr>
          <p:cNvSpPr/>
          <p:nvPr/>
        </p:nvSpPr>
        <p:spPr>
          <a:xfrm>
            <a:off x="4470401" y="4937991"/>
            <a:ext cx="3251199" cy="1283854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28575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7AFBEC22-5B11-9EB2-E451-F6DAB40FFCCF}"/>
              </a:ext>
            </a:extLst>
          </p:cNvPr>
          <p:cNvSpPr/>
          <p:nvPr/>
        </p:nvSpPr>
        <p:spPr>
          <a:xfrm>
            <a:off x="4593648" y="2227120"/>
            <a:ext cx="883515" cy="959426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28575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D11FB92E-67D9-CEED-2D72-E12C27996332}"/>
              </a:ext>
            </a:extLst>
          </p:cNvPr>
          <p:cNvSpPr/>
          <p:nvPr/>
        </p:nvSpPr>
        <p:spPr>
          <a:xfrm>
            <a:off x="4593648" y="3666260"/>
            <a:ext cx="883515" cy="959426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28575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2AD0C9E8-18CD-3858-5589-B00AB6F01048}"/>
              </a:ext>
            </a:extLst>
          </p:cNvPr>
          <p:cNvSpPr/>
          <p:nvPr/>
        </p:nvSpPr>
        <p:spPr>
          <a:xfrm>
            <a:off x="4593648" y="5100205"/>
            <a:ext cx="883515" cy="959426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28575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558BEA4-C0B5-D1E9-C1D7-129345FB62D2}"/>
              </a:ext>
            </a:extLst>
          </p:cNvPr>
          <p:cNvSpPr txBox="1"/>
          <p:nvPr/>
        </p:nvSpPr>
        <p:spPr>
          <a:xfrm>
            <a:off x="5564908" y="2227120"/>
            <a:ext cx="206894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한컴 말랑말랑 Bold" panose="020F0803000000000000" pitchFamily="50" charset="-127"/>
                <a:ea typeface="한컴 말랑말랑 Bold" panose="020F0803000000000000" pitchFamily="50" charset="-127"/>
                <a:cs typeface="+mn-cs"/>
              </a:rPr>
              <a:t>두부 </a:t>
            </a:r>
            <a:r>
              <a:rPr kumimoji="0" lang="ko-KR" alt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한컴 말랑말랑 Bold" panose="020F0803000000000000" pitchFamily="50" charset="-127"/>
                <a:ea typeface="한컴 말랑말랑 Bold" panose="020F0803000000000000" pitchFamily="50" charset="-127"/>
                <a:cs typeface="+mn-cs"/>
              </a:rPr>
              <a:t>글레이즈드넛</a:t>
            </a:r>
            <a:endParaRPr kumimoji="0" lang="ko-KR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한컴 말랑말랑 Bold" panose="020F0803000000000000" pitchFamily="50" charset="-127"/>
              <a:ea typeface="한컴 말랑말랑 Bold" panose="020F0803000000000000" pitchFamily="50" charset="-127"/>
              <a:cs typeface="+mn-cs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11CCA733-3F61-2693-FE4D-A6BE36149DEC}"/>
              </a:ext>
            </a:extLst>
          </p:cNvPr>
          <p:cNvSpPr txBox="1"/>
          <p:nvPr/>
        </p:nvSpPr>
        <p:spPr>
          <a:xfrm>
            <a:off x="5564908" y="3681799"/>
            <a:ext cx="206894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한컴 말랑말랑 Regular" panose="020F0303000000000000" pitchFamily="50" charset="-127"/>
                <a:ea typeface="한컴 말랑말랑 Regular" panose="020F0303000000000000" pitchFamily="50" charset="-127"/>
                <a:cs typeface="+mn-cs"/>
              </a:rPr>
              <a:t>녹차라떼</a:t>
            </a:r>
            <a:endParaRPr kumimoji="0" lang="ko-KR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한컴 말랑말랑 Regular" panose="020F0303000000000000" pitchFamily="50" charset="-127"/>
              <a:ea typeface="한컴 말랑말랑 Regular" panose="020F0303000000000000" pitchFamily="50" charset="-127"/>
              <a:cs typeface="+mn-cs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022BA02B-7618-2174-FB24-D9B12B6D7991}"/>
              </a:ext>
            </a:extLst>
          </p:cNvPr>
          <p:cNvSpPr txBox="1"/>
          <p:nvPr/>
        </p:nvSpPr>
        <p:spPr>
          <a:xfrm>
            <a:off x="5564908" y="5100205"/>
            <a:ext cx="206894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한컴 말랑말랑 Regular" panose="020F0303000000000000" pitchFamily="50" charset="-127"/>
                <a:ea typeface="한컴 말랑말랑 Regular" panose="020F0303000000000000" pitchFamily="50" charset="-127"/>
                <a:cs typeface="+mn-cs"/>
              </a:rPr>
              <a:t>핵불닭</a:t>
            </a:r>
            <a:r>
              <a:rPr kumimoji="0" lang="ko-KR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한컴 말랑말랑 Regular" panose="020F0303000000000000" pitchFamily="50" charset="-127"/>
                <a:ea typeface="한컴 말랑말랑 Regular" panose="020F0303000000000000" pitchFamily="50" charset="-127"/>
                <a:cs typeface="+mn-cs"/>
              </a:rPr>
              <a:t> </a:t>
            </a:r>
            <a:r>
              <a:rPr kumimoji="0" lang="ko-KR" alt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한컴 말랑말랑 Regular" panose="020F0303000000000000" pitchFamily="50" charset="-127"/>
                <a:ea typeface="한컴 말랑말랑 Regular" panose="020F0303000000000000" pitchFamily="50" charset="-127"/>
                <a:cs typeface="+mn-cs"/>
              </a:rPr>
              <a:t>와사비</a:t>
            </a:r>
            <a:r>
              <a:rPr kumimoji="0" lang="ko-KR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한컴 말랑말랑 Regular" panose="020F0303000000000000" pitchFamily="50" charset="-127"/>
                <a:ea typeface="한컴 말랑말랑 Regular" panose="020F0303000000000000" pitchFamily="50" charset="-127"/>
                <a:cs typeface="+mn-cs"/>
              </a:rPr>
              <a:t> 토스트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95F41D1B-A267-7FE4-20B8-39E704124BF8}"/>
              </a:ext>
            </a:extLst>
          </p:cNvPr>
          <p:cNvSpPr txBox="1"/>
          <p:nvPr/>
        </p:nvSpPr>
        <p:spPr>
          <a:xfrm>
            <a:off x="5564908" y="2560159"/>
            <a:ext cx="206894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1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한컴 말랑말랑 Regular" panose="020F0303000000000000" pitchFamily="50" charset="-127"/>
                <a:ea typeface="한컴 말랑말랑 Regular" panose="020F0303000000000000" pitchFamily="50" charset="-127"/>
                <a:cs typeface="+mn-cs"/>
              </a:rPr>
              <a:t>노티드</a:t>
            </a:r>
            <a:r>
              <a:rPr kumimoji="0" lang="ko-KR" alt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한컴 말랑말랑 Regular" panose="020F0303000000000000" pitchFamily="50" charset="-127"/>
                <a:ea typeface="한컴 말랑말랑 Regular" panose="020F0303000000000000" pitchFamily="50" charset="-127"/>
                <a:cs typeface="+mn-cs"/>
              </a:rPr>
              <a:t> </a:t>
            </a:r>
            <a:r>
              <a:rPr kumimoji="0" lang="ko-KR" altLang="en-US" sz="11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한컴 말랑말랑 Regular" panose="020F0303000000000000" pitchFamily="50" charset="-127"/>
                <a:ea typeface="한컴 말랑말랑 Regular" panose="020F0303000000000000" pitchFamily="50" charset="-127"/>
                <a:cs typeface="+mn-cs"/>
              </a:rPr>
              <a:t>신림점</a:t>
            </a:r>
            <a:endParaRPr kumimoji="0" lang="ko-KR" alt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한컴 말랑말랑 Regular" panose="020F0303000000000000" pitchFamily="50" charset="-127"/>
              <a:ea typeface="한컴 말랑말랑 Regular" panose="020F0303000000000000" pitchFamily="50" charset="-127"/>
              <a:cs typeface="+mn-cs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BA8BF2D4-3AD9-73EF-ACC0-C8A972FD292B}"/>
              </a:ext>
            </a:extLst>
          </p:cNvPr>
          <p:cNvSpPr txBox="1"/>
          <p:nvPr/>
        </p:nvSpPr>
        <p:spPr>
          <a:xfrm>
            <a:off x="5564908" y="4019481"/>
            <a:ext cx="171334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한컴 말랑말랑 Regular" panose="020F0303000000000000" pitchFamily="50" charset="-127"/>
                <a:ea typeface="한컴 말랑말랑 Regular" panose="020F0303000000000000" pitchFamily="50" charset="-127"/>
                <a:cs typeface="+mn-cs"/>
              </a:rPr>
              <a:t>00</a:t>
            </a:r>
            <a:r>
              <a:rPr kumimoji="0" lang="ko-KR" alt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한컴 말랑말랑 Regular" panose="020F0303000000000000" pitchFamily="50" charset="-127"/>
                <a:ea typeface="한컴 말랑말랑 Regular" panose="020F0303000000000000" pitchFamily="50" charset="-127"/>
                <a:cs typeface="+mn-cs"/>
              </a:rPr>
              <a:t>카페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811A8029-9FBD-9EA0-8AE6-F2DA50EFACE4}"/>
              </a:ext>
            </a:extLst>
          </p:cNvPr>
          <p:cNvSpPr txBox="1"/>
          <p:nvPr/>
        </p:nvSpPr>
        <p:spPr>
          <a:xfrm>
            <a:off x="5564908" y="5437887"/>
            <a:ext cx="195349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한컴 말랑말랑 Regular" panose="020F0303000000000000" pitchFamily="50" charset="-127"/>
                <a:ea typeface="한컴 말랑말랑 Regular" panose="020F0303000000000000" pitchFamily="50" charset="-127"/>
                <a:cs typeface="+mn-cs"/>
              </a:rPr>
              <a:t>XX</a:t>
            </a:r>
            <a:r>
              <a:rPr kumimoji="0" lang="ko-KR" alt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한컴 말랑말랑 Regular" panose="020F0303000000000000" pitchFamily="50" charset="-127"/>
                <a:ea typeface="한컴 말랑말랑 Regular" panose="020F0303000000000000" pitchFamily="50" charset="-127"/>
                <a:cs typeface="+mn-cs"/>
              </a:rPr>
              <a:t>베이커리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0B5A12CF-427D-3D3F-EB7F-8BD608FDB027}"/>
              </a:ext>
            </a:extLst>
          </p:cNvPr>
          <p:cNvSpPr txBox="1"/>
          <p:nvPr/>
        </p:nvSpPr>
        <p:spPr>
          <a:xfrm>
            <a:off x="5564908" y="2971860"/>
            <a:ext cx="206894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한컴 말랑말랑 Regular" panose="020F0303000000000000" pitchFamily="50" charset="-127"/>
                <a:ea typeface="한컴 말랑말랑 Regular" panose="020F0303000000000000" pitchFamily="50" charset="-127"/>
                <a:cs typeface="+mn-cs"/>
              </a:rPr>
              <a:t>Like : 00  View : 00</a:t>
            </a:r>
            <a:endParaRPr kumimoji="0" lang="ko-KR" alt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한컴 말랑말랑 Regular" panose="020F0303000000000000" pitchFamily="50" charset="-127"/>
              <a:ea typeface="한컴 말랑말랑 Regular" panose="020F0303000000000000" pitchFamily="50" charset="-127"/>
              <a:cs typeface="+mn-cs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BF9D2362-55F5-15D8-10FA-CC27A69AB157}"/>
              </a:ext>
            </a:extLst>
          </p:cNvPr>
          <p:cNvSpPr txBox="1"/>
          <p:nvPr/>
        </p:nvSpPr>
        <p:spPr>
          <a:xfrm>
            <a:off x="5564908" y="4376735"/>
            <a:ext cx="206894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한컴 말랑말랑 Regular" panose="020F0303000000000000" pitchFamily="50" charset="-127"/>
                <a:ea typeface="한컴 말랑말랑 Regular" panose="020F0303000000000000" pitchFamily="50" charset="-127"/>
                <a:cs typeface="+mn-cs"/>
              </a:rPr>
              <a:t>Like : 00  View : 00</a:t>
            </a:r>
            <a:endParaRPr kumimoji="0" lang="ko-KR" alt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한컴 말랑말랑 Regular" panose="020F0303000000000000" pitchFamily="50" charset="-127"/>
              <a:ea typeface="한컴 말랑말랑 Regular" panose="020F0303000000000000" pitchFamily="50" charset="-127"/>
              <a:cs typeface="+mn-cs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FB6382E5-447F-39D8-988D-60C346985AC5}"/>
              </a:ext>
            </a:extLst>
          </p:cNvPr>
          <p:cNvSpPr txBox="1"/>
          <p:nvPr/>
        </p:nvSpPr>
        <p:spPr>
          <a:xfrm>
            <a:off x="5564908" y="5828565"/>
            <a:ext cx="206894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한컴 말랑말랑 Regular" panose="020F0303000000000000" pitchFamily="50" charset="-127"/>
                <a:ea typeface="한컴 말랑말랑 Regular" panose="020F0303000000000000" pitchFamily="50" charset="-127"/>
                <a:cs typeface="+mn-cs"/>
              </a:rPr>
              <a:t>Like : 00  View : 00</a:t>
            </a:r>
            <a:endParaRPr kumimoji="0" lang="ko-KR" alt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한컴 말랑말랑 Regular" panose="020F0303000000000000" pitchFamily="50" charset="-127"/>
              <a:ea typeface="한컴 말랑말랑 Regular" panose="020F0303000000000000" pitchFamily="50" charset="-127"/>
              <a:cs typeface="+mn-cs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3C88CC03-0C6D-247F-9911-D8D82CF37CDF}"/>
              </a:ext>
            </a:extLst>
          </p:cNvPr>
          <p:cNvSpPr txBox="1"/>
          <p:nvPr/>
        </p:nvSpPr>
        <p:spPr>
          <a:xfrm>
            <a:off x="8836884" y="2355549"/>
            <a:ext cx="282864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한컴 말랑말랑 Regular" panose="020F0303000000000000" pitchFamily="50" charset="-127"/>
                <a:ea typeface="한컴 말랑말랑 Regular" panose="020F0303000000000000" pitchFamily="50" charset="-127"/>
                <a:cs typeface="+mn-cs"/>
              </a:rPr>
              <a:t>클릭 시 </a:t>
            </a:r>
            <a:r>
              <a:rPr kumimoji="0" lang="en-US" altLang="ko-KR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한컴 말랑말랑 Regular" panose="020F0303000000000000" pitchFamily="50" charset="-127"/>
                <a:ea typeface="한컴 말랑말랑 Regular" panose="020F0303000000000000" pitchFamily="50" charset="-127"/>
                <a:cs typeface="+mn-cs"/>
              </a:rPr>
              <a:t>#2-1 </a:t>
            </a:r>
            <a:r>
              <a:rPr kumimoji="0" lang="ko-KR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한컴 말랑말랑 Regular" panose="020F0303000000000000" pitchFamily="50" charset="-127"/>
                <a:ea typeface="한컴 말랑말랑 Regular" panose="020F0303000000000000" pitchFamily="50" charset="-127"/>
                <a:cs typeface="+mn-cs"/>
              </a:rPr>
              <a:t>이동</a:t>
            </a:r>
            <a:endParaRPr kumimoji="0" lang="en-US" altLang="ko-KR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한컴 말랑말랑 Regular" panose="020F0303000000000000" pitchFamily="50" charset="-127"/>
              <a:ea typeface="한컴 말랑말랑 Regular" panose="020F0303000000000000" pitchFamily="50" charset="-127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한컴 말랑말랑 Regular" panose="020F0303000000000000" pitchFamily="50" charset="-127"/>
                <a:ea typeface="한컴 말랑말랑 Regular" panose="020F0303000000000000" pitchFamily="50" charset="-127"/>
                <a:cs typeface="+mn-cs"/>
              </a:rPr>
              <a:t>좌측 음식 이미지 미리보기</a:t>
            </a:r>
            <a:endParaRPr kumimoji="0" lang="en-US" altLang="ko-KR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한컴 말랑말랑 Regular" panose="020F0303000000000000" pitchFamily="50" charset="-127"/>
              <a:ea typeface="한컴 말랑말랑 Regular" panose="020F0303000000000000" pitchFamily="50" charset="-127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한컴 말랑말랑 Regular" panose="020F0303000000000000" pitchFamily="50" charset="-127"/>
                <a:ea typeface="한컴 말랑말랑 Regular" panose="020F0303000000000000" pitchFamily="50" charset="-127"/>
                <a:cs typeface="+mn-cs"/>
              </a:rPr>
              <a:t>Like / view </a:t>
            </a:r>
            <a:r>
              <a:rPr kumimoji="0" lang="ko-KR" alt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한컴 말랑말랑 Regular" panose="020F0303000000000000" pitchFamily="50" charset="-127"/>
                <a:ea typeface="한컴 말랑말랑 Regular" panose="020F0303000000000000" pitchFamily="50" charset="-127"/>
                <a:cs typeface="+mn-cs"/>
              </a:rPr>
              <a:t>플래티콘</a:t>
            </a:r>
            <a:r>
              <a:rPr kumimoji="0" lang="ko-KR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한컴 말랑말랑 Regular" panose="020F0303000000000000" pitchFamily="50" charset="-127"/>
                <a:ea typeface="한컴 말랑말랑 Regular" panose="020F0303000000000000" pitchFamily="50" charset="-127"/>
                <a:cs typeface="+mn-cs"/>
              </a:rPr>
              <a:t> 활용</a:t>
            </a:r>
            <a:endParaRPr kumimoji="0" lang="en-US" altLang="ko-KR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한컴 말랑말랑 Regular" panose="020F0303000000000000" pitchFamily="50" charset="-127"/>
              <a:ea typeface="한컴 말랑말랑 Regular" panose="020F0303000000000000" pitchFamily="50" charset="-127"/>
              <a:cs typeface="+mn-cs"/>
            </a:endParaRPr>
          </a:p>
        </p:txBody>
      </p:sp>
      <p:cxnSp>
        <p:nvCxnSpPr>
          <p:cNvPr id="27" name="직선 연결선 26">
            <a:extLst>
              <a:ext uri="{FF2B5EF4-FFF2-40B4-BE49-F238E27FC236}">
                <a16:creationId xmlns:a16="http://schemas.microsoft.com/office/drawing/2014/main" id="{DBAEDF50-34CC-B6A0-14B0-DBC22441F49D}"/>
              </a:ext>
            </a:extLst>
          </p:cNvPr>
          <p:cNvCxnSpPr>
            <a:cxnSpLocks/>
          </p:cNvCxnSpPr>
          <p:nvPr/>
        </p:nvCxnSpPr>
        <p:spPr>
          <a:xfrm>
            <a:off x="7798666" y="2752339"/>
            <a:ext cx="901989" cy="0"/>
          </a:xfrm>
          <a:prstGeom prst="line">
            <a:avLst/>
          </a:prstGeom>
          <a:ln w="15875">
            <a:solidFill>
              <a:srgbClr val="FF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TextBox 28">
            <a:extLst>
              <a:ext uri="{FF2B5EF4-FFF2-40B4-BE49-F238E27FC236}">
                <a16:creationId xmlns:a16="http://schemas.microsoft.com/office/drawing/2014/main" id="{87F0DBB7-BF27-8C84-CD72-B9CDD4C0F4B5}"/>
              </a:ext>
            </a:extLst>
          </p:cNvPr>
          <p:cNvSpPr txBox="1"/>
          <p:nvPr/>
        </p:nvSpPr>
        <p:spPr>
          <a:xfrm>
            <a:off x="4482206" y="637697"/>
            <a:ext cx="206894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한컴 말랑말랑 Bold" panose="020F0803000000000000" pitchFamily="50" charset="-127"/>
                <a:ea typeface="한컴 말랑말랑 Bold" panose="020F0803000000000000" pitchFamily="50" charset="-127"/>
                <a:cs typeface="+mn-cs"/>
              </a:rPr>
              <a:t>현재 게시판</a:t>
            </a:r>
            <a:endParaRPr kumimoji="0" lang="en-US" altLang="ko-KR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한컴 말랑말랑 Bold" panose="020F0803000000000000" pitchFamily="50" charset="-127"/>
              <a:ea typeface="한컴 말랑말랑 Bold" panose="020F0803000000000000" pitchFamily="50" charset="-127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한컴 말랑말랑 Bold" panose="020F0803000000000000" pitchFamily="50" charset="-127"/>
                <a:ea typeface="한컴 말랑말랑 Bold" panose="020F0803000000000000" pitchFamily="50" charset="-127"/>
                <a:cs typeface="+mn-cs"/>
              </a:rPr>
              <a:t>안내 및 이름</a:t>
            </a:r>
          </a:p>
        </p:txBody>
      </p:sp>
      <p:pic>
        <p:nvPicPr>
          <p:cNvPr id="31" name="그림 30">
            <a:extLst>
              <a:ext uri="{FF2B5EF4-FFF2-40B4-BE49-F238E27FC236}">
                <a16:creationId xmlns:a16="http://schemas.microsoft.com/office/drawing/2014/main" id="{1285DF68-E6B4-C341-D1EB-C6EE5ECB38E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36884" y="3423635"/>
            <a:ext cx="485250" cy="485250"/>
          </a:xfrm>
          <a:prstGeom prst="rect">
            <a:avLst/>
          </a:prstGeom>
        </p:spPr>
      </p:pic>
      <p:pic>
        <p:nvPicPr>
          <p:cNvPr id="33" name="그림 32">
            <a:extLst>
              <a:ext uri="{FF2B5EF4-FFF2-40B4-BE49-F238E27FC236}">
                <a16:creationId xmlns:a16="http://schemas.microsoft.com/office/drawing/2014/main" id="{5E534E73-2A2B-B7A7-7268-ACD445ACFEE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65183" y="3320630"/>
            <a:ext cx="722338" cy="722338"/>
          </a:xfrm>
          <a:prstGeom prst="rect">
            <a:avLst/>
          </a:prstGeom>
        </p:spPr>
      </p:pic>
      <p:sp>
        <p:nvSpPr>
          <p:cNvPr id="35" name="직사각형 34">
            <a:extLst>
              <a:ext uri="{FF2B5EF4-FFF2-40B4-BE49-F238E27FC236}">
                <a16:creationId xmlns:a16="http://schemas.microsoft.com/office/drawing/2014/main" id="{97E2C9CA-A95E-4100-26E7-F8B40322D291}"/>
              </a:ext>
            </a:extLst>
          </p:cNvPr>
          <p:cNvSpPr/>
          <p:nvPr/>
        </p:nvSpPr>
        <p:spPr>
          <a:xfrm>
            <a:off x="4462321" y="1606745"/>
            <a:ext cx="1786080" cy="34287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28575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pic>
        <p:nvPicPr>
          <p:cNvPr id="37" name="그림 36">
            <a:extLst>
              <a:ext uri="{FF2B5EF4-FFF2-40B4-BE49-F238E27FC236}">
                <a16:creationId xmlns:a16="http://schemas.microsoft.com/office/drawing/2014/main" id="{386BA817-5AB0-77AF-84DD-DB3E2D7A0D2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79772" y="1667436"/>
            <a:ext cx="232455" cy="232455"/>
          </a:xfrm>
          <a:prstGeom prst="rect">
            <a:avLst/>
          </a:prstGeom>
        </p:spPr>
      </p:pic>
      <p:sp>
        <p:nvSpPr>
          <p:cNvPr id="38" name="TextBox 37">
            <a:extLst>
              <a:ext uri="{FF2B5EF4-FFF2-40B4-BE49-F238E27FC236}">
                <a16:creationId xmlns:a16="http://schemas.microsoft.com/office/drawing/2014/main" id="{F524563C-FFEC-0734-34B0-ABF606110B0E}"/>
              </a:ext>
            </a:extLst>
          </p:cNvPr>
          <p:cNvSpPr txBox="1"/>
          <p:nvPr/>
        </p:nvSpPr>
        <p:spPr>
          <a:xfrm>
            <a:off x="1356051" y="1239571"/>
            <a:ext cx="2037737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한컴 말랑말랑 Regular" panose="020F0303000000000000" pitchFamily="50" charset="-127"/>
                <a:ea typeface="한컴 말랑말랑 Regular" panose="020F0303000000000000" pitchFamily="50" charset="-127"/>
                <a:cs typeface="+mn-cs"/>
              </a:rPr>
              <a:t>검색창</a:t>
            </a:r>
            <a:r>
              <a:rPr kumimoji="0" lang="ko-KR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한컴 말랑말랑 Regular" panose="020F0303000000000000" pitchFamily="50" charset="-127"/>
                <a:ea typeface="한컴 말랑말랑 Regular" panose="020F0303000000000000" pitchFamily="50" charset="-127"/>
                <a:cs typeface="+mn-cs"/>
              </a:rPr>
              <a:t> 기능</a:t>
            </a:r>
            <a:endParaRPr kumimoji="0" lang="en-US" altLang="ko-KR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한컴 말랑말랑 Regular" panose="020F0303000000000000" pitchFamily="50" charset="-127"/>
              <a:ea typeface="한컴 말랑말랑 Regular" panose="020F0303000000000000" pitchFamily="50" charset="-127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한컴 말랑말랑 Regular" panose="020F0303000000000000" pitchFamily="50" charset="-127"/>
                <a:ea typeface="한컴 말랑말랑 Regular" panose="020F0303000000000000" pitchFamily="50" charset="-127"/>
                <a:cs typeface="+mn-cs"/>
              </a:rPr>
              <a:t>#4-2</a:t>
            </a:r>
            <a:r>
              <a:rPr kumimoji="0" lang="ko-KR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한컴 말랑말랑 Regular" panose="020F0303000000000000" pitchFamily="50" charset="-127"/>
                <a:ea typeface="한컴 말랑말랑 Regular" panose="020F0303000000000000" pitchFamily="50" charset="-127"/>
                <a:cs typeface="+mn-cs"/>
              </a:rPr>
              <a:t>에 있는 내용만 </a:t>
            </a:r>
            <a:endParaRPr kumimoji="0" lang="en-US" altLang="ko-KR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한컴 말랑말랑 Regular" panose="020F0303000000000000" pitchFamily="50" charset="-127"/>
              <a:ea typeface="한컴 말랑말랑 Regular" panose="020F0303000000000000" pitchFamily="50" charset="-127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한컴 말랑말랑 Regular" panose="020F0303000000000000" pitchFamily="50" charset="-127"/>
                <a:ea typeface="한컴 말랑말랑 Regular" panose="020F0303000000000000" pitchFamily="50" charset="-127"/>
                <a:cs typeface="+mn-cs"/>
              </a:rPr>
              <a:t>검색 가능</a:t>
            </a:r>
            <a:endParaRPr kumimoji="0" lang="en-US" altLang="ko-KR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한컴 말랑말랑 Regular" panose="020F0303000000000000" pitchFamily="50" charset="-127"/>
              <a:ea typeface="한컴 말랑말랑 Regular" panose="020F0303000000000000" pitchFamily="50" charset="-127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한컴 말랑말랑 Regular" panose="020F0303000000000000" pitchFamily="50" charset="-127"/>
                <a:ea typeface="한컴 말랑말랑 Regular" panose="020F0303000000000000" pitchFamily="50" charset="-127"/>
                <a:cs typeface="+mn-cs"/>
              </a:rPr>
              <a:t>이름에 따른 </a:t>
            </a:r>
            <a:r>
              <a:rPr kumimoji="0" lang="en-US" altLang="ko-KR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한컴 말랑말랑 Regular" panose="020F0303000000000000" pitchFamily="50" charset="-127"/>
                <a:ea typeface="한컴 말랑말랑 Regular" panose="020F0303000000000000" pitchFamily="50" charset="-127"/>
                <a:cs typeface="+mn-cs"/>
              </a:rPr>
              <a:t>#2-1 </a:t>
            </a:r>
            <a:r>
              <a:rPr kumimoji="0" lang="ko-KR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한컴 말랑말랑 Regular" panose="020F0303000000000000" pitchFamily="50" charset="-127"/>
                <a:ea typeface="한컴 말랑말랑 Regular" panose="020F0303000000000000" pitchFamily="50" charset="-127"/>
                <a:cs typeface="+mn-cs"/>
              </a:rPr>
              <a:t>이동</a:t>
            </a:r>
            <a:endParaRPr kumimoji="0" lang="en-US" altLang="ko-KR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한컴 말랑말랑 Regular" panose="020F0303000000000000" pitchFamily="50" charset="-127"/>
              <a:ea typeface="한컴 말랑말랑 Regular" panose="020F0303000000000000" pitchFamily="50" charset="-127"/>
              <a:cs typeface="+mn-cs"/>
            </a:endParaRPr>
          </a:p>
        </p:txBody>
      </p:sp>
      <p:cxnSp>
        <p:nvCxnSpPr>
          <p:cNvPr id="39" name="직선 연결선 38">
            <a:extLst>
              <a:ext uri="{FF2B5EF4-FFF2-40B4-BE49-F238E27FC236}">
                <a16:creationId xmlns:a16="http://schemas.microsoft.com/office/drawing/2014/main" id="{C73DD5E1-0356-EEF0-99EE-A941AA3290EE}"/>
              </a:ext>
            </a:extLst>
          </p:cNvPr>
          <p:cNvCxnSpPr>
            <a:cxnSpLocks/>
          </p:cNvCxnSpPr>
          <p:nvPr/>
        </p:nvCxnSpPr>
        <p:spPr>
          <a:xfrm>
            <a:off x="3443720" y="1792900"/>
            <a:ext cx="901989" cy="0"/>
          </a:xfrm>
          <a:prstGeom prst="line">
            <a:avLst/>
          </a:prstGeom>
          <a:ln w="15875">
            <a:solidFill>
              <a:srgbClr val="FF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TextBox 43">
            <a:extLst>
              <a:ext uri="{FF2B5EF4-FFF2-40B4-BE49-F238E27FC236}">
                <a16:creationId xmlns:a16="http://schemas.microsoft.com/office/drawing/2014/main" id="{B6484404-F5CE-621D-2D24-0F788D3484F9}"/>
              </a:ext>
            </a:extLst>
          </p:cNvPr>
          <p:cNvSpPr txBox="1"/>
          <p:nvPr/>
        </p:nvSpPr>
        <p:spPr>
          <a:xfrm>
            <a:off x="8836884" y="668472"/>
            <a:ext cx="147187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한컴 말랑말랑 Regular" panose="020F0303000000000000" pitchFamily="50" charset="-127"/>
                <a:ea typeface="한컴 말랑말랑 Regular" panose="020F0303000000000000" pitchFamily="50" charset="-127"/>
                <a:cs typeface="+mn-cs"/>
              </a:rPr>
              <a:t>클릭 시 </a:t>
            </a:r>
            <a:r>
              <a:rPr kumimoji="0" lang="en-US" altLang="ko-KR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한컴 말랑말랑 Regular" panose="020F0303000000000000" pitchFamily="50" charset="-127"/>
                <a:ea typeface="한컴 말랑말랑 Regular" panose="020F0303000000000000" pitchFamily="50" charset="-127"/>
                <a:cs typeface="+mn-cs"/>
              </a:rPr>
              <a:t>#1 </a:t>
            </a:r>
            <a:r>
              <a:rPr kumimoji="0" lang="ko-KR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한컴 말랑말랑 Regular" panose="020F0303000000000000" pitchFamily="50" charset="-127"/>
                <a:ea typeface="한컴 말랑말랑 Regular" panose="020F0303000000000000" pitchFamily="50" charset="-127"/>
                <a:cs typeface="+mn-cs"/>
              </a:rPr>
              <a:t>이동</a:t>
            </a:r>
            <a:endParaRPr kumimoji="0" lang="en-US" altLang="ko-KR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한컴 말랑말랑 Regular" panose="020F0303000000000000" pitchFamily="50" charset="-127"/>
              <a:ea typeface="한컴 말랑말랑 Regular" panose="020F0303000000000000" pitchFamily="50" charset="-127"/>
              <a:cs typeface="+mn-cs"/>
            </a:endParaRPr>
          </a:p>
        </p:txBody>
      </p:sp>
      <p:cxnSp>
        <p:nvCxnSpPr>
          <p:cNvPr id="45" name="직선 연결선 44">
            <a:extLst>
              <a:ext uri="{FF2B5EF4-FFF2-40B4-BE49-F238E27FC236}">
                <a16:creationId xmlns:a16="http://schemas.microsoft.com/office/drawing/2014/main" id="{D4FA1B17-F6AE-8184-A4F5-96398D8B807C}"/>
              </a:ext>
            </a:extLst>
          </p:cNvPr>
          <p:cNvCxnSpPr>
            <a:cxnSpLocks/>
          </p:cNvCxnSpPr>
          <p:nvPr/>
        </p:nvCxnSpPr>
        <p:spPr>
          <a:xfrm>
            <a:off x="7721600" y="837749"/>
            <a:ext cx="979055" cy="0"/>
          </a:xfrm>
          <a:prstGeom prst="line">
            <a:avLst/>
          </a:prstGeom>
          <a:ln w="15875">
            <a:solidFill>
              <a:srgbClr val="FF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이등변 삼각형 45">
            <a:extLst>
              <a:ext uri="{FF2B5EF4-FFF2-40B4-BE49-F238E27FC236}">
                <a16:creationId xmlns:a16="http://schemas.microsoft.com/office/drawing/2014/main" id="{6D425710-922E-02F6-F46F-551710BC174C}"/>
              </a:ext>
            </a:extLst>
          </p:cNvPr>
          <p:cNvSpPr/>
          <p:nvPr/>
        </p:nvSpPr>
        <p:spPr>
          <a:xfrm rot="16200000">
            <a:off x="7215268" y="686998"/>
            <a:ext cx="419250" cy="361422"/>
          </a:xfrm>
          <a:prstGeom prst="triangle">
            <a:avLst/>
          </a:prstGeom>
          <a:solidFill>
            <a:schemeClr val="accent1">
              <a:lumMod val="20000"/>
              <a:lumOff val="80000"/>
            </a:schemeClr>
          </a:solidFill>
          <a:ln w="28575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8185C913-3F22-9120-1D03-53323505742B}"/>
              </a:ext>
            </a:extLst>
          </p:cNvPr>
          <p:cNvSpPr txBox="1"/>
          <p:nvPr/>
        </p:nvSpPr>
        <p:spPr>
          <a:xfrm>
            <a:off x="8836884" y="5407109"/>
            <a:ext cx="282864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한컴 말랑말랑 Regular" panose="020F0303000000000000" pitchFamily="50" charset="-127"/>
                <a:ea typeface="한컴 말랑말랑 Regular" panose="020F0303000000000000" pitchFamily="50" charset="-127"/>
                <a:cs typeface="+mn-cs"/>
              </a:rPr>
              <a:t>게시글 수에 따라 화면</a:t>
            </a:r>
            <a:endParaRPr kumimoji="0" lang="en-US" altLang="ko-KR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한컴 말랑말랑 Regular" panose="020F0303000000000000" pitchFamily="50" charset="-127"/>
              <a:ea typeface="한컴 말랑말랑 Regular" panose="020F0303000000000000" pitchFamily="50" charset="-127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한컴 말랑말랑 Regular" panose="020F0303000000000000" pitchFamily="50" charset="-127"/>
                <a:ea typeface="한컴 말랑말랑 Regular" panose="020F0303000000000000" pitchFamily="50" charset="-127"/>
                <a:cs typeface="+mn-cs"/>
              </a:rPr>
              <a:t>Height </a:t>
            </a:r>
            <a:r>
              <a:rPr kumimoji="0" lang="ko-KR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한컴 말랑말랑 Regular" panose="020F0303000000000000" pitchFamily="50" charset="-127"/>
                <a:ea typeface="한컴 말랑말랑 Regular" panose="020F0303000000000000" pitchFamily="50" charset="-127"/>
                <a:cs typeface="+mn-cs"/>
              </a:rPr>
              <a:t>가 늘어난다</a:t>
            </a:r>
            <a:endParaRPr kumimoji="0" lang="en-US" altLang="ko-KR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한컴 말랑말랑 Regular" panose="020F0303000000000000" pitchFamily="50" charset="-127"/>
              <a:ea typeface="한컴 말랑말랑 Regular" panose="020F0303000000000000" pitchFamily="50" charset="-127"/>
              <a:cs typeface="+mn-cs"/>
            </a:endParaRPr>
          </a:p>
        </p:txBody>
      </p:sp>
      <p:cxnSp>
        <p:nvCxnSpPr>
          <p:cNvPr id="48" name="직선 연결선 47">
            <a:extLst>
              <a:ext uri="{FF2B5EF4-FFF2-40B4-BE49-F238E27FC236}">
                <a16:creationId xmlns:a16="http://schemas.microsoft.com/office/drawing/2014/main" id="{286A7129-9280-40B0-99C4-9D88782339A2}"/>
              </a:ext>
            </a:extLst>
          </p:cNvPr>
          <p:cNvCxnSpPr>
            <a:cxnSpLocks/>
          </p:cNvCxnSpPr>
          <p:nvPr/>
        </p:nvCxnSpPr>
        <p:spPr>
          <a:xfrm>
            <a:off x="7798666" y="5680788"/>
            <a:ext cx="901989" cy="0"/>
          </a:xfrm>
          <a:prstGeom prst="line">
            <a:avLst/>
          </a:prstGeom>
          <a:ln w="15875">
            <a:solidFill>
              <a:srgbClr val="FF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1187853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44</TotalTime>
  <Words>1298</Words>
  <Application>Microsoft Office PowerPoint</Application>
  <PresentationFormat>와이드스크린</PresentationFormat>
  <Paragraphs>340</Paragraphs>
  <Slides>16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16</vt:i4>
      </vt:variant>
    </vt:vector>
  </HeadingPairs>
  <TitlesOfParts>
    <vt:vector size="22" baseType="lpstr">
      <vt:lpstr>굴림</vt:lpstr>
      <vt:lpstr>맑은 고딕</vt:lpstr>
      <vt:lpstr>한컴 말랑말랑 Bold</vt:lpstr>
      <vt:lpstr>한컴 말랑말랑 Regular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성우 김</dc:creator>
  <cp:lastModifiedBy>성우 김</cp:lastModifiedBy>
  <cp:revision>2</cp:revision>
  <dcterms:created xsi:type="dcterms:W3CDTF">2026-06-16T08:00:53Z</dcterms:created>
  <dcterms:modified xsi:type="dcterms:W3CDTF">2026-06-16T08:45:27Z</dcterms:modified>
</cp:coreProperties>
</file>