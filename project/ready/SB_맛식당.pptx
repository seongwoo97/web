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57" r:id="rId4"/>
    <p:sldId id="263" r:id="rId5"/>
    <p:sldId id="261" r:id="rId6"/>
    <p:sldId id="256" r:id="rId7"/>
    <p:sldId id="258" r:id="rId8"/>
    <p:sldId id="259" r:id="rId9"/>
    <p:sldId id="266" r:id="rId10"/>
    <p:sldId id="269" r:id="rId11"/>
    <p:sldId id="260" r:id="rId12"/>
    <p:sldId id="267" r:id="rId13"/>
    <p:sldId id="265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EE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4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66E144-061F-3CD5-02A6-C89B3559F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8BFC53-9AAC-5943-1247-C4C39F055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CD9AFD-19FF-D55E-83FF-520101BB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01A70-85DF-6702-B731-22FEEC1EC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8DE5DB-E64E-22EE-4E44-9C0DAC79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3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8A2FE-481B-FA95-DA72-B43E69B83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13C98-C555-91C1-8015-1F08A55CD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4CA94D-B42A-BD0C-EB5A-C292955EB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0F0766-447D-87CA-B868-0A8AF74C2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0D54B7-E1ED-FF01-2F00-0CCD2EA1E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351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7A21F-7A6D-0CE7-A3B5-00EADE8F4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B799D6-E4D3-C428-D441-773FE8DCC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104CAB-8BDE-C23C-6587-5761F75E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C2B582-F747-04EE-5C9C-C8F727608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B21749-A2AB-8C04-172C-5A8B5760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9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B879B-33DE-93D6-9757-803CFE19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68E2B3-0048-29D1-95F3-49198F53C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A83986-680F-3FCD-E3E4-38F7B87B8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D45FC-5D31-4280-13A1-4FD487ED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2C12A6-C114-C202-5D26-FA84C3E9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46E261-9FDC-6789-04CB-72C7BA3A8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603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48F56-24CF-47CC-043F-5601B6A17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B67B3D-A3B1-3268-F901-24C22D213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6DB15A-E040-2812-9A12-013A753B8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A66B10-8863-CFED-9327-630CB5B69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E11FF1-E953-E3D3-D8A0-F14B673EC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5BC623-233D-5EBD-6907-A7A09962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CD8C8B-1789-52B5-5AA3-A9C8BC89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9FB058-4A6A-E26F-9AEA-34B311AF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11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974B5-719E-EA98-86DF-6092026E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7769C5-7D3B-82D6-A478-FF84D3DC2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02B1E2-62D0-0BCF-BB1D-7CE49E07E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9C3F67-B95A-C3A0-C1FD-5E26288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10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27039A-3164-2B41-3577-2A21AE66C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A0F832-3011-01F2-E3FA-11569E4A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D9BEF3-D99A-2EFB-9FA8-DFE4252C5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69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E8B92-17F8-468B-1BEB-803CB6BAC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343B74-FDF8-EDDB-0448-EDD91A14E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562D84-0F1C-9032-7AB3-FB3E9644D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5756AC-4244-38D7-C3A4-A760B3A4A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44494E-CFC3-A757-9E32-F8040D94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EA2308-CA58-F7D6-8656-7E7BBE322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55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42211-53FF-A532-B871-4042DAB9E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08B878-3447-2B44-AF2B-C467B143B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F2A523-9532-2353-C99E-5D3019F66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A10F96-A395-A019-7CC3-8B93C82FA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AE5F79-DD6D-DEED-38C0-E92518E7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544FF0-0256-92F6-000D-4CAC86F4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40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7DB67E-59D1-661F-E5D9-8D22BE013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D3B85E-435D-2184-A461-75DD62953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75466D-1B1C-8FB5-2449-16F2741A8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3B4E0E-0B6F-C08A-6014-5BCC86A8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D3DAC7-E81A-D8A4-50B5-AE3AF7B4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67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E860AE-AE79-305F-B8A5-17736F0FB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C3AB49-5D87-3A42-45E4-90A3D48D6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70511D-608A-C937-D79B-D1F12FCF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8E93D9-7249-67FE-2195-BE4D3108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7A24A3-FBD2-8682-F0D6-5571FE0E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1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646457-EFF1-F400-DEDD-22B59322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127DB-A578-2D42-2200-E85DA593E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2249C4-AD3F-54F9-BF4B-5C12F9666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E1BFF-CB3E-490C-97E3-FD4B0CE1268E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A8DDD-F288-653D-C0AD-CAC8D2015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E35A95-5983-6C43-7B33-3E9DD0C1C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90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9A5D3A-D43F-7A8D-F95E-EFA3AEBBBBDA}"/>
              </a:ext>
            </a:extLst>
          </p:cNvPr>
          <p:cNvSpPr txBox="1"/>
          <p:nvPr/>
        </p:nvSpPr>
        <p:spPr>
          <a:xfrm>
            <a:off x="276225" y="382340"/>
            <a:ext cx="5070475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4.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기능 요구사항 </a:t>
            </a: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인증 기능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다음 기능을 구현해야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회원가입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로그인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로그아웃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프로필 이미지 업로드 </a:t>
            </a:r>
          </a:p>
          <a:p>
            <a:endParaRPr lang="ko-KR" altLang="en-US" sz="1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추가적으로 다음 사항을 고려합니다</a:t>
            </a:r>
            <a:r>
              <a:rPr lang="en-US" altLang="ko-KR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.(</a:t>
            </a:r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선택구현</a:t>
            </a:r>
            <a:r>
              <a:rPr lang="en-US" altLang="ko-KR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비밀번호 암호화 </a:t>
            </a:r>
          </a:p>
          <a:p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로그인 상태 유지 </a:t>
            </a:r>
          </a:p>
          <a:p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인증이 필요한 기능 접근 제한 </a:t>
            </a:r>
          </a:p>
          <a:p>
            <a:endParaRPr lang="ko-KR" altLang="en-US" sz="1000" b="0" i="0" u="none" strike="noStrike" baseline="0" dirty="0">
              <a:solidFill>
                <a:srgbClr val="656565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2)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 데이터 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프로젝트 주제와 관련된 핵심 데이터를 대상으로 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기능을 구현해야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반드시 포함할 기능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[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생성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(Create),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조회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(Read),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수정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(Update),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(Delete) ]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게시글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일정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리뷰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상품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모임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게시글 이미지 업로드 </a:t>
            </a:r>
          </a:p>
          <a:p>
            <a:endParaRPr lang="ko-KR" altLang="en-US" sz="1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3)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데이터베이스 연동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데이터베이스를 사용하여 데이터를 영구 저장해야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4)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권한 처리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사용자별 데이터 접근 권한을 구현해야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본인이 작성한 데이터만 수정 가능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본인이 작성한 데이터만 삭제 가능 </a:t>
            </a:r>
          </a:p>
          <a:p>
            <a:endParaRPr lang="ko-KR" altLang="en-US" sz="1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5)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검색 기능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최소 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 이상의 검색 기능을 구현해야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제목 검색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이름 검색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키워드 검색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카테고리 검색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BC716-2381-91D3-9AFA-E18B2D8E988B}"/>
              </a:ext>
            </a:extLst>
          </p:cNvPr>
          <p:cNvSpPr txBox="1"/>
          <p:nvPr/>
        </p:nvSpPr>
        <p:spPr>
          <a:xfrm>
            <a:off x="5819775" y="366295"/>
            <a:ext cx="609600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6)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외부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연동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외부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최소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 이상 활용해야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날씨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영화 정보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도서 검색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환율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뉴스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공공데이터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endParaRPr lang="ko-KR" altLang="en-US" sz="11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b="0" i="0" u="none" strike="noStrike" baseline="0" dirty="0">
                <a:solidFill>
                  <a:srgbClr val="656565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단순 호출이 아닌 서비스 기능과 연계되도록 해 봅시다</a:t>
            </a:r>
            <a:r>
              <a:rPr lang="en-US" altLang="ko-KR" sz="11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7)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카카오 지도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API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활용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카카오 지도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API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활용한 위치 기반 기능을 최소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 이상 구현해야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장소 검색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지도 표시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마커 표시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현재 위치 표시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주소 검색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좌표 저장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DB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저장된 위치 표시 </a:t>
            </a:r>
          </a:p>
          <a:p>
            <a:endParaRPr lang="ko-KR" altLang="en-US" sz="1100" b="0" i="0" u="none" strike="noStrike" baseline="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8) </a:t>
            </a:r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입력값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검증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유효성 검사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프론트엔드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또는 </a:t>
            </a:r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백엔드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에서 </a:t>
            </a:r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입력값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검증을 수행해야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r>
              <a:rPr lang="en-US" altLang="ko-KR" sz="11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sz="1100" b="0" i="0" u="none" strike="noStrike" baseline="0" dirty="0">
                <a:solidFill>
                  <a:srgbClr val="656565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정규표현식</a:t>
            </a:r>
            <a:r>
              <a:rPr lang="en-US" altLang="ko-KR" sz="11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필수 </a:t>
            </a:r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입력값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검증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이메일 형식 검증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최소 글자 수 검증 </a:t>
            </a:r>
          </a:p>
          <a:p>
            <a:endParaRPr lang="ko-KR" altLang="en-US" sz="11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9).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반응형 웹 구현 </a:t>
            </a:r>
          </a:p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PC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와 모바일 환경에서 모두 사용할 수 있도록 반응형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UI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적용해야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739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4F77F-530D-D622-F733-247177354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414A5-ADD8-A4DD-29BD-623899F9D1C5}"/>
              </a:ext>
            </a:extLst>
          </p:cNvPr>
          <p:cNvSpPr txBox="1"/>
          <p:nvPr/>
        </p:nvSpPr>
        <p:spPr>
          <a:xfrm>
            <a:off x="552450" y="551289"/>
            <a:ext cx="6096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5.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선택 구현 기능 </a:t>
            </a:r>
            <a:r>
              <a:rPr lang="en-US" altLang="ko-KR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가산점</a:t>
            </a:r>
            <a:r>
              <a:rPr lang="en-US" altLang="ko-KR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  <a:endParaRPr lang="ko-KR" altLang="en-US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다음 기능은 선택 사항이며 구현 시 가산점을 부여합니다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편의 기능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다크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모드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알림 기능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커뮤니티 기능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댓글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대댓글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좋아요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북마크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인증 기능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소셜 로그인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비밀번호 찾기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관리자 기능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회원 관리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게시글 관리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신고 기능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기타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실시간 채팅 </a:t>
            </a:r>
          </a:p>
          <a:p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WebSocket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활용 </a:t>
            </a:r>
          </a:p>
        </p:txBody>
      </p:sp>
    </p:spTree>
    <p:extLst>
      <p:ext uri="{BB962C8B-B14F-4D97-AF65-F5344CB8AC3E}">
        <p14:creationId xmlns:p14="http://schemas.microsoft.com/office/powerpoint/2010/main" val="331629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54F0-F50D-C9F5-FE2D-387036744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CA57B2-8352-2F9A-508C-444EF8C0FB0E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21C7A-DE73-B91E-0C01-D2E3982A9DD7}"/>
              </a:ext>
            </a:extLst>
          </p:cNvPr>
          <p:cNvSpPr txBox="1"/>
          <p:nvPr/>
        </p:nvSpPr>
        <p:spPr>
          <a:xfrm>
            <a:off x="157018" y="127123"/>
            <a:ext cx="142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#0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로그인 </a:t>
            </a:r>
            <a:r>
              <a:rPr lang="en-US" altLang="ko-KR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a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3C1B6F-F59B-68C1-232F-AE51940D485A}"/>
              </a:ext>
            </a:extLst>
          </p:cNvPr>
          <p:cNvSpPr txBox="1"/>
          <p:nvPr/>
        </p:nvSpPr>
        <p:spPr>
          <a:xfrm>
            <a:off x="5061528" y="1446138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앱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서비스 이름 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+ 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로고 이미지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594E7-E36C-B25A-A1DE-DEAB4B25FDF1}"/>
              </a:ext>
            </a:extLst>
          </p:cNvPr>
          <p:cNvSpPr txBox="1"/>
          <p:nvPr/>
        </p:nvSpPr>
        <p:spPr>
          <a:xfrm>
            <a:off x="5061528" y="1107584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슬로건 카피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E03DE-6414-0423-FE2D-5F1FE8C0B276}"/>
              </a:ext>
            </a:extLst>
          </p:cNvPr>
          <p:cNvSpPr txBox="1"/>
          <p:nvPr/>
        </p:nvSpPr>
        <p:spPr>
          <a:xfrm>
            <a:off x="8836884" y="5249576"/>
            <a:ext cx="15744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회원가입 터치 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회원가입 창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DC34C7-D2CB-908C-97C3-4985BF82C796}"/>
              </a:ext>
            </a:extLst>
          </p:cNvPr>
          <p:cNvCxnSpPr>
            <a:cxnSpLocks/>
          </p:cNvCxnSpPr>
          <p:nvPr/>
        </p:nvCxnSpPr>
        <p:spPr>
          <a:xfrm>
            <a:off x="7451437" y="5541964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93426C5-E65B-DA21-00FF-0FD68856E971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D571F1-C80F-2B12-5BD4-21F6AD428BD2}"/>
              </a:ext>
            </a:extLst>
          </p:cNvPr>
          <p:cNvSpPr/>
          <p:nvPr/>
        </p:nvSpPr>
        <p:spPr>
          <a:xfrm>
            <a:off x="5372100" y="5249576"/>
            <a:ext cx="1447800" cy="5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회원가입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235930-9741-3BD1-577A-30AE971832CA}"/>
              </a:ext>
            </a:extLst>
          </p:cNvPr>
          <p:cNvSpPr/>
          <p:nvPr/>
        </p:nvSpPr>
        <p:spPr>
          <a:xfrm>
            <a:off x="5219702" y="2937391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Id/nickname</a:t>
            </a:r>
            <a:endParaRPr lang="ko-KR" altLang="en-US" sz="16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9FD617C-2387-5BF9-EF4D-BA9E4AB32F57}"/>
              </a:ext>
            </a:extLst>
          </p:cNvPr>
          <p:cNvSpPr/>
          <p:nvPr/>
        </p:nvSpPr>
        <p:spPr>
          <a:xfrm>
            <a:off x="5219702" y="3484916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pw</a:t>
            </a:r>
            <a:endParaRPr lang="ko-KR" altLang="en-US" sz="16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327B50-51D6-6768-2789-E12782475176}"/>
              </a:ext>
            </a:extLst>
          </p:cNvPr>
          <p:cNvSpPr txBox="1"/>
          <p:nvPr/>
        </p:nvSpPr>
        <p:spPr>
          <a:xfrm>
            <a:off x="8836884" y="3549558"/>
            <a:ext cx="2963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로그인 시 서버에 있는 정보면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화면으로 이동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아닐 시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회원 정보가 없다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Alert 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1A824B9-E08E-6BED-15FA-063B7E09AD52}"/>
              </a:ext>
            </a:extLst>
          </p:cNvPr>
          <p:cNvCxnSpPr>
            <a:cxnSpLocks/>
          </p:cNvCxnSpPr>
          <p:nvPr/>
        </p:nvCxnSpPr>
        <p:spPr>
          <a:xfrm>
            <a:off x="6819900" y="4225906"/>
            <a:ext cx="18807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E294D71-ACB2-904F-678A-A9FF20C289C4}"/>
              </a:ext>
            </a:extLst>
          </p:cNvPr>
          <p:cNvSpPr txBox="1"/>
          <p:nvPr/>
        </p:nvSpPr>
        <p:spPr>
          <a:xfrm>
            <a:off x="160234" y="581409"/>
            <a:ext cx="29117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1)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인증 기능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다음 기능을 구현해야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회원가입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로그인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로그아웃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프로필 이미지 업로드 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E4468A1-B208-E219-40C5-B48105E50801}"/>
              </a:ext>
            </a:extLst>
          </p:cNvPr>
          <p:cNvSpPr/>
          <p:nvPr/>
        </p:nvSpPr>
        <p:spPr>
          <a:xfrm>
            <a:off x="5616401" y="4032441"/>
            <a:ext cx="959198" cy="348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로그인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8BB778-439D-1940-1D37-AC329276964F}"/>
              </a:ext>
            </a:extLst>
          </p:cNvPr>
          <p:cNvSpPr txBox="1"/>
          <p:nvPr/>
        </p:nvSpPr>
        <p:spPr>
          <a:xfrm>
            <a:off x="8836884" y="1446137"/>
            <a:ext cx="200728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프로그램 이름이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“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맛식당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!”</a:t>
            </a: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같은 느낌이면 어떨까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</a:p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맛있당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처럼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..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87DCEAB-F2F4-3DAE-DF53-97B23135435F}"/>
              </a:ext>
            </a:extLst>
          </p:cNvPr>
          <p:cNvCxnSpPr>
            <a:cxnSpLocks/>
          </p:cNvCxnSpPr>
          <p:nvPr/>
        </p:nvCxnSpPr>
        <p:spPr>
          <a:xfrm>
            <a:off x="7451437" y="1873177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B83B40E6-A624-1715-CFA5-1DB286586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" r="84029" b="60146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95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F3A30-64E2-55E7-EBDD-D82BDF8E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D477C09-7668-24EE-9AF7-363F11B56BA0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FA0E1-7ADE-2C85-2CD0-4FB41A76E08F}"/>
              </a:ext>
            </a:extLst>
          </p:cNvPr>
          <p:cNvSpPr txBox="1"/>
          <p:nvPr/>
        </p:nvSpPr>
        <p:spPr>
          <a:xfrm>
            <a:off x="157018" y="127123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#0-1.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로그인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b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3F415-E979-1EE5-E65E-7149FBCC3060}"/>
              </a:ext>
            </a:extLst>
          </p:cNvPr>
          <p:cNvSpPr txBox="1"/>
          <p:nvPr/>
        </p:nvSpPr>
        <p:spPr>
          <a:xfrm>
            <a:off x="8836884" y="4554748"/>
            <a:ext cx="1699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JOIN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버튼 누를 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로 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8DD0650-DAD5-E2EF-683F-52BDDC420E1B}"/>
              </a:ext>
            </a:extLst>
          </p:cNvPr>
          <p:cNvCxnSpPr>
            <a:cxnSpLocks/>
          </p:cNvCxnSpPr>
          <p:nvPr/>
        </p:nvCxnSpPr>
        <p:spPr>
          <a:xfrm>
            <a:off x="7451437" y="4847136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0C42B7-A9F7-DF97-3AAA-705AD605CB38}"/>
              </a:ext>
            </a:extLst>
          </p:cNvPr>
          <p:cNvSpPr/>
          <p:nvPr/>
        </p:nvSpPr>
        <p:spPr>
          <a:xfrm>
            <a:off x="5372100" y="4554748"/>
            <a:ext cx="1447800" cy="5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JOIN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BEF1FF-5E08-656B-0FFD-EC0567403067}"/>
              </a:ext>
            </a:extLst>
          </p:cNvPr>
          <p:cNvSpPr txBox="1"/>
          <p:nvPr/>
        </p:nvSpPr>
        <p:spPr>
          <a:xfrm>
            <a:off x="8836884" y="5706896"/>
            <a:ext cx="26292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로그아웃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화면으로 이동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923DB21-ABEA-7C48-4640-FE214A0CB2DF}"/>
              </a:ext>
            </a:extLst>
          </p:cNvPr>
          <p:cNvCxnSpPr>
            <a:cxnSpLocks/>
          </p:cNvCxnSpPr>
          <p:nvPr/>
        </p:nvCxnSpPr>
        <p:spPr>
          <a:xfrm>
            <a:off x="6819900" y="5913015"/>
            <a:ext cx="18807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384A74A-3140-E90A-E77F-9B680083F2CB}"/>
              </a:ext>
            </a:extLst>
          </p:cNvPr>
          <p:cNvSpPr txBox="1"/>
          <p:nvPr/>
        </p:nvSpPr>
        <p:spPr>
          <a:xfrm>
            <a:off x="160234" y="581409"/>
            <a:ext cx="29117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1)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사용자 인증 기능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다음 기능을 구현해야 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회원가입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로그인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로그아웃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프로필 이미지 업로드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C22A96-A1C0-251E-01D5-8FF4AB868952}"/>
              </a:ext>
            </a:extLst>
          </p:cNvPr>
          <p:cNvSpPr/>
          <p:nvPr/>
        </p:nvSpPr>
        <p:spPr>
          <a:xfrm>
            <a:off x="5616401" y="5706896"/>
            <a:ext cx="959198" cy="348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로그아웃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AB0762A-E10F-102E-D2F1-124BE5E951C1}"/>
              </a:ext>
            </a:extLst>
          </p:cNvPr>
          <p:cNvSpPr/>
          <p:nvPr/>
        </p:nvSpPr>
        <p:spPr>
          <a:xfrm>
            <a:off x="5255491" y="2346640"/>
            <a:ext cx="1681018" cy="168101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D8F835-7330-CEF2-7310-515E82BE2EF5}"/>
              </a:ext>
            </a:extLst>
          </p:cNvPr>
          <p:cNvSpPr txBox="1"/>
          <p:nvPr/>
        </p:nvSpPr>
        <p:spPr>
          <a:xfrm>
            <a:off x="8836884" y="2957856"/>
            <a:ext cx="1946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이전에 로그인했을 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본인 프로필 사진 노출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A42E936-C139-DC9B-F936-8E6732B70754}"/>
              </a:ext>
            </a:extLst>
          </p:cNvPr>
          <p:cNvCxnSpPr>
            <a:cxnSpLocks/>
          </p:cNvCxnSpPr>
          <p:nvPr/>
        </p:nvCxnSpPr>
        <p:spPr>
          <a:xfrm>
            <a:off x="7130474" y="3250244"/>
            <a:ext cx="1570181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4DB0BB3-1168-AB12-712B-39799D751591}"/>
              </a:ext>
            </a:extLst>
          </p:cNvPr>
          <p:cNvSpPr txBox="1"/>
          <p:nvPr/>
        </p:nvSpPr>
        <p:spPr>
          <a:xfrm>
            <a:off x="5061528" y="1446138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앱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서비스 이름 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+ 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로고 이미지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976361-1CBC-4651-78B7-42157DECA1C2}"/>
              </a:ext>
            </a:extLst>
          </p:cNvPr>
          <p:cNvSpPr txBox="1"/>
          <p:nvPr/>
        </p:nvSpPr>
        <p:spPr>
          <a:xfrm>
            <a:off x="5061528" y="1107584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슬로건 카피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1693D9-12FB-1204-F831-DF52DEFA2112}"/>
              </a:ext>
            </a:extLst>
          </p:cNvPr>
          <p:cNvSpPr txBox="1"/>
          <p:nvPr/>
        </p:nvSpPr>
        <p:spPr>
          <a:xfrm>
            <a:off x="5061528" y="4115879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반가워요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ID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님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8A84AAC-3C94-3DBF-E665-4E1E3D3F9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0" t="309" r="67633" b="59837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0F3642-DAA3-683E-0D58-8A9ADAF13D1B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</p:spTree>
    <p:extLst>
      <p:ext uri="{BB962C8B-B14F-4D97-AF65-F5344CB8AC3E}">
        <p14:creationId xmlns:p14="http://schemas.microsoft.com/office/powerpoint/2010/main" val="360185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6801-53FF-C0A0-B826-7CE9BBBD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BF72F12-9342-6444-2605-1D4AC82F0869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B0AAC2-1BE6-3B42-5640-D28BBB001740}"/>
              </a:ext>
            </a:extLst>
          </p:cNvPr>
          <p:cNvSpPr txBox="1"/>
          <p:nvPr/>
        </p:nvSpPr>
        <p:spPr>
          <a:xfrm>
            <a:off x="157018" y="127123"/>
            <a:ext cx="1680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#0-2.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회원가입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1CA3F-A879-0038-B2C9-5915C31ED6B2}"/>
              </a:ext>
            </a:extLst>
          </p:cNvPr>
          <p:cNvSpPr txBox="1"/>
          <p:nvPr/>
        </p:nvSpPr>
        <p:spPr>
          <a:xfrm>
            <a:off x="8836884" y="2032555"/>
            <a:ext cx="3215945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기본 프로필 터치 시 이미지 선택 가능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7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"C:\Users\Admin\mbca\Web\Ex\HtmlCssBoardCSR_JS\profile.html"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15535E-FB07-DB76-CEAB-DE85EDAEA164}"/>
              </a:ext>
            </a:extLst>
          </p:cNvPr>
          <p:cNvSpPr txBox="1"/>
          <p:nvPr/>
        </p:nvSpPr>
        <p:spPr>
          <a:xfrm>
            <a:off x="8836884" y="4012731"/>
            <a:ext cx="2846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Id/pw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지정 및 데이터 서버 저장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815A643-6ECD-DA04-1FE3-AD27EB62098B}"/>
              </a:ext>
            </a:extLst>
          </p:cNvPr>
          <p:cNvCxnSpPr>
            <a:cxnSpLocks/>
          </p:cNvCxnSpPr>
          <p:nvPr/>
        </p:nvCxnSpPr>
        <p:spPr>
          <a:xfrm>
            <a:off x="7451437" y="2290041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96C033-6518-74C0-796E-68A3603E3B72}"/>
              </a:ext>
            </a:extLst>
          </p:cNvPr>
          <p:cNvSpPr/>
          <p:nvPr/>
        </p:nvSpPr>
        <p:spPr>
          <a:xfrm>
            <a:off x="5219702" y="3634483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Id/nickname</a:t>
            </a:r>
            <a:endParaRPr lang="ko-KR" altLang="en-US" sz="16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98C886-C3B3-1501-3FC7-B46A8625E9F4}"/>
              </a:ext>
            </a:extLst>
          </p:cNvPr>
          <p:cNvSpPr/>
          <p:nvPr/>
        </p:nvSpPr>
        <p:spPr>
          <a:xfrm>
            <a:off x="5219702" y="4182008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pw</a:t>
            </a:r>
            <a:endParaRPr lang="ko-KR" altLang="en-US" sz="16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A181351-C095-5107-DDF8-2FE5FDD750EA}"/>
              </a:ext>
            </a:extLst>
          </p:cNvPr>
          <p:cNvSpPr/>
          <p:nvPr/>
        </p:nvSpPr>
        <p:spPr>
          <a:xfrm>
            <a:off x="5038726" y="1289895"/>
            <a:ext cx="2114548" cy="21145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Profile</a:t>
            </a:r>
          </a:p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image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5BFCBB-004F-7124-A3FD-CA7FF8BF44A0}"/>
              </a:ext>
            </a:extLst>
          </p:cNvPr>
          <p:cNvSpPr/>
          <p:nvPr/>
        </p:nvSpPr>
        <p:spPr>
          <a:xfrm>
            <a:off x="4766108" y="4977823"/>
            <a:ext cx="2659786" cy="590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회원가입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9A73362-04C9-AACD-9077-85946C86C8E8}"/>
              </a:ext>
            </a:extLst>
          </p:cNvPr>
          <p:cNvCxnSpPr>
            <a:cxnSpLocks/>
          </p:cNvCxnSpPr>
          <p:nvPr/>
        </p:nvCxnSpPr>
        <p:spPr>
          <a:xfrm>
            <a:off x="7451437" y="4182008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AE7A8BB-065F-B5CC-E989-D3AA0B4F146B}"/>
              </a:ext>
            </a:extLst>
          </p:cNvPr>
          <p:cNvSpPr txBox="1"/>
          <p:nvPr/>
        </p:nvSpPr>
        <p:spPr>
          <a:xfrm>
            <a:off x="8836884" y="5146206"/>
            <a:ext cx="2153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누르면 회원가입 확인 및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#0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화면으로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33F0FD4-B96E-AC25-41DE-8ACA6EDCC45E}"/>
              </a:ext>
            </a:extLst>
          </p:cNvPr>
          <p:cNvCxnSpPr>
            <a:cxnSpLocks/>
          </p:cNvCxnSpPr>
          <p:nvPr/>
        </p:nvCxnSpPr>
        <p:spPr>
          <a:xfrm>
            <a:off x="7629525" y="5315483"/>
            <a:ext cx="107113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9D8F0D3-3D5D-C617-DCE0-EC23981D4E50}"/>
              </a:ext>
            </a:extLst>
          </p:cNvPr>
          <p:cNvSpPr txBox="1"/>
          <p:nvPr/>
        </p:nvSpPr>
        <p:spPr>
          <a:xfrm>
            <a:off x="160234" y="581409"/>
            <a:ext cx="29117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1)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인증 기능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다음 기능을 구현해야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회원가입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로그인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로그아웃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프로필 이미지 업로드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CFD482C-04C1-C888-8909-7537BF3CA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5" r="50788" b="60146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35023F-31C5-4C51-3BDC-03D4C4928068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</p:spTree>
    <p:extLst>
      <p:ext uri="{BB962C8B-B14F-4D97-AF65-F5344CB8AC3E}">
        <p14:creationId xmlns:p14="http://schemas.microsoft.com/office/powerpoint/2010/main" val="11971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9797827-9DEE-D505-264B-C32174865851}"/>
              </a:ext>
            </a:extLst>
          </p:cNvPr>
          <p:cNvSpPr/>
          <p:nvPr/>
        </p:nvSpPr>
        <p:spPr>
          <a:xfrm>
            <a:off x="4479637" y="2115128"/>
            <a:ext cx="1491916" cy="1574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7A856F-1335-289C-1156-CE0F308752F2}"/>
              </a:ext>
            </a:extLst>
          </p:cNvPr>
          <p:cNvSpPr/>
          <p:nvPr/>
        </p:nvSpPr>
        <p:spPr>
          <a:xfrm>
            <a:off x="5902035" y="1947077"/>
            <a:ext cx="1810328" cy="1910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241300-DB88-A366-51D9-B045733D88C1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F5D2B-B399-3BE7-BAF1-C479A2982130}"/>
              </a:ext>
            </a:extLst>
          </p:cNvPr>
          <p:cNvSpPr txBox="1"/>
          <p:nvPr/>
        </p:nvSpPr>
        <p:spPr>
          <a:xfrm>
            <a:off x="157018" y="127123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#1.</a:t>
            </a:r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main</a:t>
            </a:r>
            <a:endParaRPr lang="ko-KR" altLang="en-US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DB6A7A-CB6D-20A7-F73C-DAE6D91D3EE8}"/>
              </a:ext>
            </a:extLst>
          </p:cNvPr>
          <p:cNvSpPr/>
          <p:nvPr/>
        </p:nvSpPr>
        <p:spPr>
          <a:xfrm>
            <a:off x="4978400" y="1722839"/>
            <a:ext cx="2235200" cy="23593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42068B-5682-5638-6CCC-76B439464A50}"/>
              </a:ext>
            </a:extLst>
          </p:cNvPr>
          <p:cNvSpPr txBox="1"/>
          <p:nvPr/>
        </p:nvSpPr>
        <p:spPr>
          <a:xfrm>
            <a:off x="4978400" y="1762411"/>
            <a:ext cx="814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TOP. 1</a:t>
            </a:r>
            <a:endParaRPr lang="ko-KR" altLang="en-US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F63716-085F-7E54-47BC-DB7A2C1C117A}"/>
              </a:ext>
            </a:extLst>
          </p:cNvPr>
          <p:cNvSpPr txBox="1"/>
          <p:nvPr/>
        </p:nvSpPr>
        <p:spPr>
          <a:xfrm>
            <a:off x="8836884" y="2311634"/>
            <a:ext cx="29899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회전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 Or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교차하며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Top3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보여주기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(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좋아요에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따라 이미지가 바뀌도록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A2042A8-AA6E-E20E-00AA-91EB1D03362F}"/>
              </a:ext>
            </a:extLst>
          </p:cNvPr>
          <p:cNvCxnSpPr>
            <a:cxnSpLocks/>
          </p:cNvCxnSpPr>
          <p:nvPr/>
        </p:nvCxnSpPr>
        <p:spPr>
          <a:xfrm>
            <a:off x="7451437" y="2727133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9A2EE0A-F14F-6C3D-B8F5-CC6949F53357}"/>
              </a:ext>
            </a:extLst>
          </p:cNvPr>
          <p:cNvSpPr txBox="1"/>
          <p:nvPr/>
        </p:nvSpPr>
        <p:spPr>
          <a:xfrm>
            <a:off x="4482206" y="715682"/>
            <a:ext cx="206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앱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서비스 제목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D2453A-4623-D254-EC94-72649C5CB0A7}"/>
              </a:ext>
            </a:extLst>
          </p:cNvPr>
          <p:cNvSpPr txBox="1"/>
          <p:nvPr/>
        </p:nvSpPr>
        <p:spPr>
          <a:xfrm>
            <a:off x="5061528" y="131393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역대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TOP3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F5FAD1-CA6B-AD39-13A5-F24857ABD55F}"/>
              </a:ext>
            </a:extLst>
          </p:cNvPr>
          <p:cNvSpPr txBox="1"/>
          <p:nvPr/>
        </p:nvSpPr>
        <p:spPr>
          <a:xfrm>
            <a:off x="8836884" y="3429000"/>
            <a:ext cx="2625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확장된 화면 터치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해당 정보로 이동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82AD6F9-A91E-101C-5899-4526EE34BF79}"/>
              </a:ext>
            </a:extLst>
          </p:cNvPr>
          <p:cNvCxnSpPr>
            <a:cxnSpLocks/>
          </p:cNvCxnSpPr>
          <p:nvPr/>
        </p:nvCxnSpPr>
        <p:spPr>
          <a:xfrm>
            <a:off x="6551152" y="3721388"/>
            <a:ext cx="2149503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1B772E4-8E7D-9815-237C-938055465FF9}"/>
              </a:ext>
            </a:extLst>
          </p:cNvPr>
          <p:cNvGrpSpPr/>
          <p:nvPr/>
        </p:nvGrpSpPr>
        <p:grpSpPr>
          <a:xfrm>
            <a:off x="4479637" y="4306453"/>
            <a:ext cx="1385454" cy="1910900"/>
            <a:chOff x="4479637" y="4306453"/>
            <a:chExt cx="3232726" cy="1910900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A22E2CB-D3F6-2614-1FF6-ADD15AA9B97F}"/>
                </a:ext>
              </a:extLst>
            </p:cNvPr>
            <p:cNvSpPr/>
            <p:nvPr/>
          </p:nvSpPr>
          <p:spPr>
            <a:xfrm>
              <a:off x="4479637" y="4306453"/>
              <a:ext cx="3232726" cy="1910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117F18E7-9361-7DA3-E9D3-F6E27F074A14}"/>
                </a:ext>
              </a:extLst>
            </p:cNvPr>
            <p:cNvGrpSpPr/>
            <p:nvPr/>
          </p:nvGrpSpPr>
          <p:grpSpPr>
            <a:xfrm>
              <a:off x="4767118" y="5261903"/>
              <a:ext cx="2657764" cy="443346"/>
              <a:chOff x="4767118" y="5237018"/>
              <a:chExt cx="2657764" cy="443346"/>
            </a:xfrm>
          </p:grpSpPr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776779B9-1D79-EB6B-89D5-449474AA0A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7118" y="5237018"/>
                <a:ext cx="2657764" cy="0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90E35411-B59A-A2E6-858A-96A48A1484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7118" y="5680364"/>
                <a:ext cx="2657764" cy="0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7F47B44-D24B-CF8B-9D89-877FF3A2C02D}"/>
              </a:ext>
            </a:extLst>
          </p:cNvPr>
          <p:cNvSpPr txBox="1"/>
          <p:nvPr/>
        </p:nvSpPr>
        <p:spPr>
          <a:xfrm>
            <a:off x="8836884" y="4218795"/>
            <a:ext cx="26254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게시판 미리보기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음식 이미지들 보여주기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게시판 화면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FB38569-C772-9079-1FC4-886058095CED}"/>
              </a:ext>
            </a:extLst>
          </p:cNvPr>
          <p:cNvSpPr/>
          <p:nvPr/>
        </p:nvSpPr>
        <p:spPr>
          <a:xfrm>
            <a:off x="6959453" y="703469"/>
            <a:ext cx="701390" cy="70139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Profile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FF3F3A-A82C-4DF5-4862-9B10611DAF7C}"/>
              </a:ext>
            </a:extLst>
          </p:cNvPr>
          <p:cNvSpPr txBox="1"/>
          <p:nvPr/>
        </p:nvSpPr>
        <p:spPr>
          <a:xfrm>
            <a:off x="8836884" y="715682"/>
            <a:ext cx="18565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#4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본인 포스팅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내가 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찜한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포스팅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프로필 및 개인정보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1BEB67FA-721F-4B63-35D2-464BC5E9C561}"/>
              </a:ext>
            </a:extLst>
          </p:cNvPr>
          <p:cNvCxnSpPr>
            <a:cxnSpLocks/>
          </p:cNvCxnSpPr>
          <p:nvPr/>
        </p:nvCxnSpPr>
        <p:spPr>
          <a:xfrm>
            <a:off x="7798666" y="1112472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E00E41A-BEC9-EC89-E90E-098B2BB340C3}"/>
              </a:ext>
            </a:extLst>
          </p:cNvPr>
          <p:cNvSpPr/>
          <p:nvPr/>
        </p:nvSpPr>
        <p:spPr>
          <a:xfrm>
            <a:off x="5986520" y="4326084"/>
            <a:ext cx="1725844" cy="18912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0F8DB01-66C0-02FA-E3B9-378CF35E4144}"/>
              </a:ext>
            </a:extLst>
          </p:cNvPr>
          <p:cNvCxnSpPr>
            <a:cxnSpLocks/>
          </p:cNvCxnSpPr>
          <p:nvPr/>
        </p:nvCxnSpPr>
        <p:spPr>
          <a:xfrm>
            <a:off x="5671127" y="4511183"/>
            <a:ext cx="302952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CA1D4BA-FE25-7654-BABB-888E0A9D32DF}"/>
              </a:ext>
            </a:extLst>
          </p:cNvPr>
          <p:cNvSpPr txBox="1"/>
          <p:nvPr/>
        </p:nvSpPr>
        <p:spPr>
          <a:xfrm>
            <a:off x="6511850" y="4409402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map</a:t>
            </a:r>
            <a:endParaRPr lang="ko-KR" altLang="en-US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10E91B-EB84-3F5A-436A-1B7D7DEA6748}"/>
              </a:ext>
            </a:extLst>
          </p:cNvPr>
          <p:cNvSpPr txBox="1"/>
          <p:nvPr/>
        </p:nvSpPr>
        <p:spPr>
          <a:xfrm>
            <a:off x="8836884" y="5562786"/>
            <a:ext cx="2625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지도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게시판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맛집 지도로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#3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C27F146-20DC-0C0C-2A51-F40D6B77E68E}"/>
              </a:ext>
            </a:extLst>
          </p:cNvPr>
          <p:cNvCxnSpPr>
            <a:cxnSpLocks/>
          </p:cNvCxnSpPr>
          <p:nvPr/>
        </p:nvCxnSpPr>
        <p:spPr>
          <a:xfrm>
            <a:off x="7536873" y="5855174"/>
            <a:ext cx="116378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1D20B2C7-BB05-AE5B-29AB-0BC13CEBF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202" y="4928001"/>
            <a:ext cx="1134480" cy="113448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CE53CC1-E7DD-6256-AEEE-3826923A59BF}"/>
              </a:ext>
            </a:extLst>
          </p:cNvPr>
          <p:cNvSpPr txBox="1"/>
          <p:nvPr/>
        </p:nvSpPr>
        <p:spPr>
          <a:xfrm>
            <a:off x="4925341" y="4409402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list</a:t>
            </a:r>
            <a:endParaRPr lang="ko-KR" altLang="en-US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86DF329-00AE-A7B4-F62A-AAC760290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78" r="34245" b="60146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D780FC4-AC53-7813-F11E-71BD1DAD6034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</p:spTree>
    <p:extLst>
      <p:ext uri="{BB962C8B-B14F-4D97-AF65-F5344CB8AC3E}">
        <p14:creationId xmlns:p14="http://schemas.microsoft.com/office/powerpoint/2010/main" val="1077767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08986-4F24-9BD4-BDD0-0E4D9AF89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506A71D-52B6-E8A6-29C2-CAE8F9110F20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7E3FE-3BFD-A384-05C6-95151E34FE4B}"/>
              </a:ext>
            </a:extLst>
          </p:cNvPr>
          <p:cNvSpPr txBox="1"/>
          <p:nvPr/>
        </p:nvSpPr>
        <p:spPr>
          <a:xfrm>
            <a:off x="157018" y="127123"/>
            <a:ext cx="1949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contents list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2CA7B7-42B5-163E-CB2B-1C8F59067D40}"/>
              </a:ext>
            </a:extLst>
          </p:cNvPr>
          <p:cNvSpPr/>
          <p:nvPr/>
        </p:nvSpPr>
        <p:spPr>
          <a:xfrm>
            <a:off x="4470401" y="207010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4B1D98-17C2-9260-9E5B-FDAB63D0831B}"/>
              </a:ext>
            </a:extLst>
          </p:cNvPr>
          <p:cNvSpPr/>
          <p:nvPr/>
        </p:nvSpPr>
        <p:spPr>
          <a:xfrm>
            <a:off x="4470401" y="3504046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905F19-0793-9200-F14C-0326BFCA1C0B}"/>
              </a:ext>
            </a:extLst>
          </p:cNvPr>
          <p:cNvSpPr/>
          <p:nvPr/>
        </p:nvSpPr>
        <p:spPr>
          <a:xfrm>
            <a:off x="4470401" y="493799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7BC286-25AE-F6D4-3ECB-F8CD8530529A}"/>
              </a:ext>
            </a:extLst>
          </p:cNvPr>
          <p:cNvSpPr/>
          <p:nvPr/>
        </p:nvSpPr>
        <p:spPr>
          <a:xfrm>
            <a:off x="4593648" y="222712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3B53D8-584A-0255-09F6-D295C11522C8}"/>
              </a:ext>
            </a:extLst>
          </p:cNvPr>
          <p:cNvSpPr/>
          <p:nvPr/>
        </p:nvSpPr>
        <p:spPr>
          <a:xfrm>
            <a:off x="4593648" y="366626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D4A25D-A5D0-38FE-DC7D-66E3B81085A2}"/>
              </a:ext>
            </a:extLst>
          </p:cNvPr>
          <p:cNvSpPr/>
          <p:nvPr/>
        </p:nvSpPr>
        <p:spPr>
          <a:xfrm>
            <a:off x="4593648" y="5100205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40F59F-82F5-EF42-95F8-F65A8C7476B5}"/>
              </a:ext>
            </a:extLst>
          </p:cNvPr>
          <p:cNvSpPr txBox="1"/>
          <p:nvPr/>
        </p:nvSpPr>
        <p:spPr>
          <a:xfrm>
            <a:off x="5564908" y="2227120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두부 </a:t>
            </a:r>
            <a:r>
              <a:rPr lang="ko-KR" altLang="en-US" sz="1600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글레이즈드넛</a:t>
            </a:r>
            <a:endParaRPr lang="ko-KR" altLang="en-US" sz="16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6FAE6-564A-CA63-9826-C7300E32F9F9}"/>
              </a:ext>
            </a:extLst>
          </p:cNvPr>
          <p:cNvSpPr txBox="1"/>
          <p:nvPr/>
        </p:nvSpPr>
        <p:spPr>
          <a:xfrm>
            <a:off x="5564908" y="3681799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녹차라떼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533CE-FD5D-4B0B-BCD9-BF4B5D543E63}"/>
              </a:ext>
            </a:extLst>
          </p:cNvPr>
          <p:cNvSpPr txBox="1"/>
          <p:nvPr/>
        </p:nvSpPr>
        <p:spPr>
          <a:xfrm>
            <a:off x="5564908" y="510020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핵불닭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와사비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토스트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6733F2-2603-C224-F8D1-A8D7C2851237}"/>
              </a:ext>
            </a:extLst>
          </p:cNvPr>
          <p:cNvSpPr txBox="1"/>
          <p:nvPr/>
        </p:nvSpPr>
        <p:spPr>
          <a:xfrm>
            <a:off x="5564908" y="2560159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노티드</a:t>
            </a:r>
            <a:r>
              <a:rPr lang="ko-KR" altLang="en-US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1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신림점</a:t>
            </a:r>
            <a:endParaRPr lang="ko-KR" altLang="en-US" sz="11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BA3023-3448-DD94-0791-39AC46294C75}"/>
              </a:ext>
            </a:extLst>
          </p:cNvPr>
          <p:cNvSpPr txBox="1"/>
          <p:nvPr/>
        </p:nvSpPr>
        <p:spPr>
          <a:xfrm>
            <a:off x="5564908" y="4019481"/>
            <a:ext cx="1713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00</a:t>
            </a:r>
            <a:r>
              <a:rPr lang="ko-KR" altLang="en-US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카페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163CAB-8838-D912-D7F6-85DFE41B1166}"/>
              </a:ext>
            </a:extLst>
          </p:cNvPr>
          <p:cNvSpPr txBox="1"/>
          <p:nvPr/>
        </p:nvSpPr>
        <p:spPr>
          <a:xfrm>
            <a:off x="5564908" y="5437887"/>
            <a:ext cx="1953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XX</a:t>
            </a:r>
            <a:r>
              <a:rPr lang="ko-KR" altLang="en-US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베이커리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6C79D2-2092-AF4A-4383-F1D5E806565F}"/>
              </a:ext>
            </a:extLst>
          </p:cNvPr>
          <p:cNvSpPr txBox="1"/>
          <p:nvPr/>
        </p:nvSpPr>
        <p:spPr>
          <a:xfrm>
            <a:off x="5564908" y="2971860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Like : 00  View : 00</a:t>
            </a:r>
            <a:endParaRPr lang="ko-KR" altLang="en-US" sz="11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62AF46-054D-4645-AEB9-C9E072E1A1A5}"/>
              </a:ext>
            </a:extLst>
          </p:cNvPr>
          <p:cNvSpPr txBox="1"/>
          <p:nvPr/>
        </p:nvSpPr>
        <p:spPr>
          <a:xfrm>
            <a:off x="5564908" y="437673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Like : 00  View : 00</a:t>
            </a:r>
            <a:endParaRPr lang="ko-KR" altLang="en-US" sz="11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348DCF-F6DB-84F7-B602-6868E8DCAF35}"/>
              </a:ext>
            </a:extLst>
          </p:cNvPr>
          <p:cNvSpPr txBox="1"/>
          <p:nvPr/>
        </p:nvSpPr>
        <p:spPr>
          <a:xfrm>
            <a:off x="5564908" y="582856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Like : 00  View : 00</a:t>
            </a:r>
            <a:endParaRPr lang="ko-KR" altLang="en-US" sz="11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B41C80-6F24-8CA8-E3EA-7B02F1F1A689}"/>
              </a:ext>
            </a:extLst>
          </p:cNvPr>
          <p:cNvSpPr txBox="1"/>
          <p:nvPr/>
        </p:nvSpPr>
        <p:spPr>
          <a:xfrm>
            <a:off x="8836884" y="2355549"/>
            <a:ext cx="2828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좌측 음식 이미지 미리보기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Like / view 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플래티콘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활용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8A34C7D-FB5A-61A8-F3DB-099E8563F83C}"/>
              </a:ext>
            </a:extLst>
          </p:cNvPr>
          <p:cNvCxnSpPr>
            <a:cxnSpLocks/>
          </p:cNvCxnSpPr>
          <p:nvPr/>
        </p:nvCxnSpPr>
        <p:spPr>
          <a:xfrm>
            <a:off x="7798666" y="2752339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6DFC12A-C83E-2A7D-129B-1294EF85ECC3}"/>
              </a:ext>
            </a:extLst>
          </p:cNvPr>
          <p:cNvSpPr txBox="1"/>
          <p:nvPr/>
        </p:nvSpPr>
        <p:spPr>
          <a:xfrm>
            <a:off x="4482206" y="637697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현재 게시판</a:t>
            </a:r>
            <a:endParaRPr lang="en-US" altLang="ko-KR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안내 및 이름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C07414B-1ECE-ECF1-BE59-1AAB30213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884" y="3423635"/>
            <a:ext cx="485250" cy="48525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1575E33D-2356-C394-9ECD-3F84F38B88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183" y="3320630"/>
            <a:ext cx="722338" cy="722338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B3EAC1C2-375D-DF52-99DE-B5C53BB20091}"/>
              </a:ext>
            </a:extLst>
          </p:cNvPr>
          <p:cNvSpPr/>
          <p:nvPr/>
        </p:nvSpPr>
        <p:spPr>
          <a:xfrm>
            <a:off x="4462321" y="1606745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8218FF57-2C15-D527-D651-978824E6EE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72" y="1667436"/>
            <a:ext cx="232455" cy="23245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7A8F22-9E77-5D2A-523C-9EBE97EC6020}"/>
              </a:ext>
            </a:extLst>
          </p:cNvPr>
          <p:cNvSpPr txBox="1"/>
          <p:nvPr/>
        </p:nvSpPr>
        <p:spPr>
          <a:xfrm>
            <a:off x="1356051" y="1384284"/>
            <a:ext cx="2037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검색창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기능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이름에 따른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8E7B2CB-1F9A-92C3-BAF6-9B33FE856667}"/>
              </a:ext>
            </a:extLst>
          </p:cNvPr>
          <p:cNvCxnSpPr>
            <a:cxnSpLocks/>
          </p:cNvCxnSpPr>
          <p:nvPr/>
        </p:nvCxnSpPr>
        <p:spPr>
          <a:xfrm>
            <a:off x="3443720" y="1792900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7968A68-EC4B-D2D4-27DD-7729CF6F9F4C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51A4D36-17A4-20B9-B5F4-D7D8C74D6261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14EE890C-EE10-0093-CBAA-6384680F2F1E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9B75FD-68DA-E7EE-D9A5-41652B7AE301}"/>
              </a:ext>
            </a:extLst>
          </p:cNvPr>
          <p:cNvSpPr txBox="1"/>
          <p:nvPr/>
        </p:nvSpPr>
        <p:spPr>
          <a:xfrm>
            <a:off x="8836884" y="5407109"/>
            <a:ext cx="2828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게시글 수에 따라 화면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Height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가 늘어난다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0E609E4-F703-A2F1-0D2C-3684E650A347}"/>
              </a:ext>
            </a:extLst>
          </p:cNvPr>
          <p:cNvCxnSpPr>
            <a:cxnSpLocks/>
          </p:cNvCxnSpPr>
          <p:nvPr/>
        </p:nvCxnSpPr>
        <p:spPr>
          <a:xfrm>
            <a:off x="7798666" y="5680788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D16AA54-334E-3BA9-16AA-3B5B1FB86C5D}"/>
              </a:ext>
            </a:extLst>
          </p:cNvPr>
          <p:cNvSpPr/>
          <p:nvPr/>
        </p:nvSpPr>
        <p:spPr>
          <a:xfrm>
            <a:off x="6365013" y="1606745"/>
            <a:ext cx="1364665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맛식당</a:t>
            </a:r>
            <a:r>
              <a:rPr lang="ko-KR" altLang="en-US" sz="1600" dirty="0">
                <a:solidFill>
                  <a:schemeClr val="tx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등록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E98F7E-7F68-02EF-4F84-1AD1A8C3E8E0}"/>
              </a:ext>
            </a:extLst>
          </p:cNvPr>
          <p:cNvSpPr txBox="1"/>
          <p:nvPr/>
        </p:nvSpPr>
        <p:spPr>
          <a:xfrm>
            <a:off x="8836884" y="1623623"/>
            <a:ext cx="1712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#2-2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64F3A5C-F2E5-BD77-837B-85843FFE5F90}"/>
              </a:ext>
            </a:extLst>
          </p:cNvPr>
          <p:cNvCxnSpPr>
            <a:cxnSpLocks/>
          </p:cNvCxnSpPr>
          <p:nvPr/>
        </p:nvCxnSpPr>
        <p:spPr>
          <a:xfrm>
            <a:off x="7605605" y="1792900"/>
            <a:ext cx="109505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0B74009B-0E41-D896-8A57-33E2CBDC42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87" r="18336" b="60146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975621-6466-27F7-5BDD-2747EDBE4E20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</p:spTree>
    <p:extLst>
      <p:ext uri="{BB962C8B-B14F-4D97-AF65-F5344CB8AC3E}">
        <p14:creationId xmlns:p14="http://schemas.microsoft.com/office/powerpoint/2010/main" val="1939346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04DC1-56F1-9915-B86B-5DDA6F3F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6B3994B-F9A5-55C5-0D53-42F7831CDD8F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89F0F1-4115-729E-432C-815DFE9BCEEA}"/>
              </a:ext>
            </a:extLst>
          </p:cNvPr>
          <p:cNvSpPr txBox="1"/>
          <p:nvPr/>
        </p:nvSpPr>
        <p:spPr>
          <a:xfrm>
            <a:off x="157018" y="127123"/>
            <a:ext cx="1686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#2-1.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content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6B77B3-7118-8653-5B8B-2E9C126A3E32}"/>
              </a:ext>
            </a:extLst>
          </p:cNvPr>
          <p:cNvSpPr/>
          <p:nvPr/>
        </p:nvSpPr>
        <p:spPr>
          <a:xfrm>
            <a:off x="5188505" y="795406"/>
            <a:ext cx="1814990" cy="1970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9EC20-8AFA-6E39-3870-4478A283BF1D}"/>
              </a:ext>
            </a:extLst>
          </p:cNvPr>
          <p:cNvSpPr txBox="1"/>
          <p:nvPr/>
        </p:nvSpPr>
        <p:spPr>
          <a:xfrm>
            <a:off x="4645891" y="2815985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두부 </a:t>
            </a:r>
            <a:r>
              <a:rPr lang="ko-KR" altLang="en-US" sz="2400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글레이즈드넛</a:t>
            </a:r>
            <a:endParaRPr lang="ko-KR" altLang="en-US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CE8820-A4CC-42F8-59E0-7945B29728EC}"/>
              </a:ext>
            </a:extLst>
          </p:cNvPr>
          <p:cNvSpPr txBox="1"/>
          <p:nvPr/>
        </p:nvSpPr>
        <p:spPr>
          <a:xfrm>
            <a:off x="5061527" y="3271504"/>
            <a:ext cx="2068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노티드</a:t>
            </a:r>
            <a:r>
              <a:rPr lang="ko-KR" altLang="en-US" sz="12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2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신림점</a:t>
            </a:r>
            <a:endParaRPr lang="ko-KR" altLang="en-US" sz="12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E70C2-008B-2945-DD66-CB62DF651B56}"/>
              </a:ext>
            </a:extLst>
          </p:cNvPr>
          <p:cNvSpPr txBox="1"/>
          <p:nvPr/>
        </p:nvSpPr>
        <p:spPr>
          <a:xfrm>
            <a:off x="8836884" y="1306854"/>
            <a:ext cx="30556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좋아요 버튼 누르면 숫자가 올라간다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AAAEC-A541-CEC0-EE53-26AB9FE6FC70}"/>
              </a:ext>
            </a:extLst>
          </p:cNvPr>
          <p:cNvSpPr txBox="1"/>
          <p:nvPr/>
        </p:nvSpPr>
        <p:spPr>
          <a:xfrm>
            <a:off x="4812145" y="4329516"/>
            <a:ext cx="2567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“</a:t>
            </a:r>
            <a:r>
              <a:rPr lang="ko-KR" altLang="en-US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여기 저도 가봤는데</a:t>
            </a:r>
            <a:r>
              <a:rPr lang="en-US" altLang="ko-KR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!”</a:t>
            </a:r>
            <a:endParaRPr lang="ko-KR" altLang="en-US" sz="1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B980E3-4075-5C94-7808-9290EB9774B3}"/>
              </a:ext>
            </a:extLst>
          </p:cNvPr>
          <p:cNvSpPr txBox="1"/>
          <p:nvPr/>
        </p:nvSpPr>
        <p:spPr>
          <a:xfrm>
            <a:off x="8836884" y="4715560"/>
            <a:ext cx="33906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음식에 대한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한 줄 평을 남길 수 있다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(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적힌 글에 따라 페이지의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height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증가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</a:p>
          <a:p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(</a:t>
            </a:r>
            <a:r>
              <a:rPr lang="en-US" altLang="ko-KR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Placehorder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“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여기 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맛식당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!”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이라고 적혀 있을까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BD6811A-028C-6BC5-7CB6-69620EC3961F}"/>
              </a:ext>
            </a:extLst>
          </p:cNvPr>
          <p:cNvSpPr/>
          <p:nvPr/>
        </p:nvSpPr>
        <p:spPr>
          <a:xfrm>
            <a:off x="5219702" y="5531532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한줄평</a:t>
            </a:r>
            <a:r>
              <a:rPr lang="ko-KR" altLang="en-US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입력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7A0F28-32DB-78C3-535E-E552714F66B4}"/>
              </a:ext>
            </a:extLst>
          </p:cNvPr>
          <p:cNvSpPr txBox="1"/>
          <p:nvPr/>
        </p:nvSpPr>
        <p:spPr>
          <a:xfrm>
            <a:off x="4812145" y="4638253"/>
            <a:ext cx="2567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“</a:t>
            </a:r>
            <a:r>
              <a:rPr lang="ko-KR" altLang="en-US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생각보다 맛있음</a:t>
            </a:r>
            <a:r>
              <a:rPr lang="en-US" altLang="ko-KR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"</a:t>
            </a:r>
            <a:endParaRPr lang="ko-KR" altLang="en-US" sz="1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9CCF3A-02C4-FC93-41A8-8491C67CD9CA}"/>
              </a:ext>
            </a:extLst>
          </p:cNvPr>
          <p:cNvSpPr txBox="1"/>
          <p:nvPr/>
        </p:nvSpPr>
        <p:spPr>
          <a:xfrm>
            <a:off x="4812145" y="4977171"/>
            <a:ext cx="2567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˚</a:t>
            </a:r>
            <a:endParaRPr lang="en-US" altLang="ko-KR" sz="1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algn="ctr"/>
            <a:r>
              <a:rPr lang="ko-KR" altLang="en-US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˚</a:t>
            </a:r>
            <a:endParaRPr lang="en-US" altLang="ko-KR" sz="1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B6ECDB9-376A-C276-ADB7-2B28ED023361}"/>
              </a:ext>
            </a:extLst>
          </p:cNvPr>
          <p:cNvGrpSpPr/>
          <p:nvPr/>
        </p:nvGrpSpPr>
        <p:grpSpPr>
          <a:xfrm>
            <a:off x="7211976" y="1241851"/>
            <a:ext cx="402464" cy="379248"/>
            <a:chOff x="5745016" y="3590260"/>
            <a:chExt cx="701966" cy="66147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F781029-DC63-EFF0-E626-90BCA555C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4" b="2884"/>
            <a:stretch>
              <a:fillRect/>
            </a:stretch>
          </p:blipFill>
          <p:spPr>
            <a:xfrm>
              <a:off x="5745016" y="3590260"/>
              <a:ext cx="701966" cy="66147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EDCD215-36B0-2824-4C46-6238B6AF65C1}"/>
                </a:ext>
              </a:extLst>
            </p:cNvPr>
            <p:cNvSpPr txBox="1"/>
            <p:nvPr/>
          </p:nvSpPr>
          <p:spPr>
            <a:xfrm>
              <a:off x="5745017" y="3695817"/>
              <a:ext cx="7019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31</a:t>
              </a:r>
              <a:endParaRPr lang="ko-KR" altLang="en-US" sz="12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1ED2233C-3295-535A-A522-B66914CEF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2" t="11281" r="14182" b="7900"/>
          <a:stretch>
            <a:fillRect/>
          </a:stretch>
        </p:blipFill>
        <p:spPr>
          <a:xfrm>
            <a:off x="7208602" y="1785616"/>
            <a:ext cx="409212" cy="46166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4FCAC9CF-22A8-2260-FC5A-7F26FA8F2C22}"/>
              </a:ext>
            </a:extLst>
          </p:cNvPr>
          <p:cNvSpPr txBox="1"/>
          <p:nvPr/>
        </p:nvSpPr>
        <p:spPr>
          <a:xfrm>
            <a:off x="8836884" y="668472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F7145654-E0E6-F24A-9F31-9D88232630B7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DD8EAD50-D387-B221-1865-33498817F50F}"/>
              </a:ext>
            </a:extLst>
          </p:cNvPr>
          <p:cNvSpPr/>
          <p:nvPr/>
        </p:nvSpPr>
        <p:spPr>
          <a:xfrm rot="16200000">
            <a:off x="7203583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597BD10-4E33-16B1-62C5-DE0BDBE4E324}"/>
              </a:ext>
            </a:extLst>
          </p:cNvPr>
          <p:cNvCxnSpPr>
            <a:cxnSpLocks/>
          </p:cNvCxnSpPr>
          <p:nvPr/>
        </p:nvCxnSpPr>
        <p:spPr>
          <a:xfrm>
            <a:off x="7813964" y="1498964"/>
            <a:ext cx="886691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583DBF3-EB36-7633-FDE4-823808A47994}"/>
              </a:ext>
            </a:extLst>
          </p:cNvPr>
          <p:cNvSpPr txBox="1"/>
          <p:nvPr/>
        </p:nvSpPr>
        <p:spPr>
          <a:xfrm>
            <a:off x="8836884" y="1853930"/>
            <a:ext cx="31293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지도 표시 버튼 누르면 해당 가게의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위치가 나오는 지도로 이동할 수 있다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8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"C:\Users\Admin\mbca\Web\Ex\Day13\07_kakaomap.html"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2A4E5463-449D-4078-5698-CD121E1CF015}"/>
              </a:ext>
            </a:extLst>
          </p:cNvPr>
          <p:cNvCxnSpPr>
            <a:cxnSpLocks/>
          </p:cNvCxnSpPr>
          <p:nvPr/>
        </p:nvCxnSpPr>
        <p:spPr>
          <a:xfrm>
            <a:off x="7721600" y="2046040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1A5EC9F-FAB7-EE5F-B822-811CE4747594}"/>
              </a:ext>
            </a:extLst>
          </p:cNvPr>
          <p:cNvSpPr txBox="1"/>
          <p:nvPr/>
        </p:nvSpPr>
        <p:spPr>
          <a:xfrm>
            <a:off x="4812145" y="3544659"/>
            <a:ext cx="2567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아메리카노와 먹으면</a:t>
            </a:r>
            <a:endParaRPr lang="en-US" altLang="ko-KR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algn="ctr"/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풍미가 두 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92E1E27-07DB-B4D7-B722-9334E167A3B0}"/>
              </a:ext>
            </a:extLst>
          </p:cNvPr>
          <p:cNvSpPr/>
          <p:nvPr/>
        </p:nvSpPr>
        <p:spPr>
          <a:xfrm>
            <a:off x="4566610" y="4254550"/>
            <a:ext cx="3058780" cy="18554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99AFD41-8DB3-DFAF-2B69-9017D3E8E9FC}"/>
              </a:ext>
            </a:extLst>
          </p:cNvPr>
          <p:cNvCxnSpPr>
            <a:cxnSpLocks/>
          </p:cNvCxnSpPr>
          <p:nvPr/>
        </p:nvCxnSpPr>
        <p:spPr>
          <a:xfrm>
            <a:off x="6927273" y="5132198"/>
            <a:ext cx="177338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그림 56">
            <a:extLst>
              <a:ext uri="{FF2B5EF4-FFF2-40B4-BE49-F238E27FC236}">
                <a16:creationId xmlns:a16="http://schemas.microsoft.com/office/drawing/2014/main" id="{05949920-92ED-976A-DF02-32B6FFC7A7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856" y="2411798"/>
            <a:ext cx="366704" cy="36670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E869D2D-F3D3-F397-EB74-189E36E2AAFD}"/>
              </a:ext>
            </a:extLst>
          </p:cNvPr>
          <p:cNvSpPr txBox="1"/>
          <p:nvPr/>
        </p:nvSpPr>
        <p:spPr>
          <a:xfrm>
            <a:off x="8836884" y="2646708"/>
            <a:ext cx="29001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본인이 작성한 포스트라면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#2-3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다른 회원이라면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alert</a:t>
            </a:r>
            <a:endParaRPr lang="en-US" altLang="ko-KR" sz="8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DEB387C2-6C1B-FDCE-DE86-1BB51A0D6A42}"/>
              </a:ext>
            </a:extLst>
          </p:cNvPr>
          <p:cNvCxnSpPr>
            <a:cxnSpLocks/>
          </p:cNvCxnSpPr>
          <p:nvPr/>
        </p:nvCxnSpPr>
        <p:spPr>
          <a:xfrm>
            <a:off x="7721600" y="2623875"/>
            <a:ext cx="979055" cy="19211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AA4CE95B-E013-3AB3-8534-B08FB03765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03" r="1141" b="60146"/>
          <a:stretch>
            <a:fillRect/>
          </a:stretch>
        </p:blipFill>
        <p:spPr>
          <a:xfrm>
            <a:off x="2022715" y="3131867"/>
            <a:ext cx="2073612" cy="32493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7DEBBC-E631-316C-8251-54302093C285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</p:spTree>
    <p:extLst>
      <p:ext uri="{BB962C8B-B14F-4D97-AF65-F5344CB8AC3E}">
        <p14:creationId xmlns:p14="http://schemas.microsoft.com/office/powerpoint/2010/main" val="3257861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83DBD-CF77-5D64-A35C-CD10A642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9F164AD-2AED-9FB9-97BD-7D8C74B23A08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A084F-71F1-9FF2-7182-8F2795FCED97}"/>
              </a:ext>
            </a:extLst>
          </p:cNvPr>
          <p:cNvSpPr txBox="1"/>
          <p:nvPr/>
        </p:nvSpPr>
        <p:spPr>
          <a:xfrm>
            <a:off x="157018" y="127123"/>
            <a:ext cx="1624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#2-2.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upload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528D9D-A760-66F5-A471-99445F01FB6B}"/>
              </a:ext>
            </a:extLst>
          </p:cNvPr>
          <p:cNvSpPr/>
          <p:nvPr/>
        </p:nvSpPr>
        <p:spPr>
          <a:xfrm>
            <a:off x="5188505" y="795406"/>
            <a:ext cx="1814990" cy="1970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사진 업로드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DFA13EB-D480-F485-6D05-57EFD0B41C1A}"/>
              </a:ext>
            </a:extLst>
          </p:cNvPr>
          <p:cNvSpPr/>
          <p:nvPr/>
        </p:nvSpPr>
        <p:spPr>
          <a:xfrm>
            <a:off x="4947820" y="296269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음식명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43C481-004E-3AD9-90D1-B24198445ACB}"/>
              </a:ext>
            </a:extLst>
          </p:cNvPr>
          <p:cNvSpPr txBox="1"/>
          <p:nvPr/>
        </p:nvSpPr>
        <p:spPr>
          <a:xfrm>
            <a:off x="8836884" y="668472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B3F2D68-600A-9DAF-9ECA-E73F0AB69C87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3D565B81-C3AF-FE21-40E7-753FD6210CFC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382F29-5422-60E2-A33B-8430A79DCA8E}"/>
              </a:ext>
            </a:extLst>
          </p:cNvPr>
          <p:cNvSpPr/>
          <p:nvPr/>
        </p:nvSpPr>
        <p:spPr>
          <a:xfrm>
            <a:off x="4947820" y="342900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err="1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식당명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EB63C4-887D-7FF8-8920-922CE6255EB0}"/>
              </a:ext>
            </a:extLst>
          </p:cNvPr>
          <p:cNvSpPr/>
          <p:nvPr/>
        </p:nvSpPr>
        <p:spPr>
          <a:xfrm>
            <a:off x="4947820" y="3895310"/>
            <a:ext cx="2296362" cy="1355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err="1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한줄평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D12A94-5AD7-CD18-1FBA-221B38C59CA5}"/>
              </a:ext>
            </a:extLst>
          </p:cNvPr>
          <p:cNvSpPr/>
          <p:nvPr/>
        </p:nvSpPr>
        <p:spPr>
          <a:xfrm>
            <a:off x="5219702" y="5531532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등록하기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E9A48-A677-4374-2217-EF9849415F14}"/>
              </a:ext>
            </a:extLst>
          </p:cNvPr>
          <p:cNvSpPr txBox="1"/>
          <p:nvPr/>
        </p:nvSpPr>
        <p:spPr>
          <a:xfrm>
            <a:off x="8836884" y="3331088"/>
            <a:ext cx="2994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식당명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검색시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카카오맵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연동하여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좌표값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확인 및 지도 표시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AD6BF2D-BE1D-F9B5-6221-6FB4C4B5D08D}"/>
              </a:ext>
            </a:extLst>
          </p:cNvPr>
          <p:cNvCxnSpPr>
            <a:cxnSpLocks/>
          </p:cNvCxnSpPr>
          <p:nvPr/>
        </p:nvCxnSpPr>
        <p:spPr>
          <a:xfrm>
            <a:off x="7159231" y="3649754"/>
            <a:ext cx="1541424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151D891-14AB-DF27-48A6-62080173B14F}"/>
              </a:ext>
            </a:extLst>
          </p:cNvPr>
          <p:cNvSpPr txBox="1"/>
          <p:nvPr/>
        </p:nvSpPr>
        <p:spPr>
          <a:xfrm>
            <a:off x="8836884" y="1415004"/>
            <a:ext cx="2826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사진 업로드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업로드 전의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기존 사진은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err="1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블러처리된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채로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텍스트 올라오게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504AE4-A2BF-98D9-8C3B-1E3094B1E574}"/>
              </a:ext>
            </a:extLst>
          </p:cNvPr>
          <p:cNvCxnSpPr>
            <a:cxnSpLocks/>
          </p:cNvCxnSpPr>
          <p:nvPr/>
        </p:nvCxnSpPr>
        <p:spPr>
          <a:xfrm>
            <a:off x="6972300" y="1830503"/>
            <a:ext cx="17283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B26C00BB-C69C-D0C1-ECF4-98639C337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" t="39219" r="83728" b="22773"/>
          <a:stretch>
            <a:fillRect/>
          </a:stretch>
        </p:blipFill>
        <p:spPr>
          <a:xfrm>
            <a:off x="2124075" y="3131867"/>
            <a:ext cx="1972252" cy="32493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A6B2A04-B890-CBF1-0131-87FC090448D2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</p:spTree>
    <p:extLst>
      <p:ext uri="{BB962C8B-B14F-4D97-AF65-F5344CB8AC3E}">
        <p14:creationId xmlns:p14="http://schemas.microsoft.com/office/powerpoint/2010/main" val="2008613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BDA67-2CD1-B632-A0A5-F825D266A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7F59BBE-527F-B8AC-12E7-939481ABE326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2DC37-A78A-48FA-A685-A6976EB90975}"/>
              </a:ext>
            </a:extLst>
          </p:cNvPr>
          <p:cNvSpPr txBox="1"/>
          <p:nvPr/>
        </p:nvSpPr>
        <p:spPr>
          <a:xfrm>
            <a:off x="157018" y="127123"/>
            <a:ext cx="1620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#2-3.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upload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E066D3-3CE3-B150-BD4E-F72BBCDB37C9}"/>
              </a:ext>
            </a:extLst>
          </p:cNvPr>
          <p:cNvSpPr/>
          <p:nvPr/>
        </p:nvSpPr>
        <p:spPr>
          <a:xfrm>
            <a:off x="5188505" y="795406"/>
            <a:ext cx="1814990" cy="1970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사진 업로드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B93F77C-8544-1913-4DE6-FB12AD92871D}"/>
              </a:ext>
            </a:extLst>
          </p:cNvPr>
          <p:cNvSpPr/>
          <p:nvPr/>
        </p:nvSpPr>
        <p:spPr>
          <a:xfrm>
            <a:off x="4947820" y="296269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음식명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FBE8CC-C9F0-E5BF-CA28-6616D8F7ED3F}"/>
              </a:ext>
            </a:extLst>
          </p:cNvPr>
          <p:cNvSpPr txBox="1"/>
          <p:nvPr/>
        </p:nvSpPr>
        <p:spPr>
          <a:xfrm>
            <a:off x="8836884" y="668472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FDEB859-0883-1F10-3114-91C275B14BC1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1B00DF66-490D-07A8-3E27-1CF21B6DEFD8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6C7D0E-13C9-48F9-C465-94083A191521}"/>
              </a:ext>
            </a:extLst>
          </p:cNvPr>
          <p:cNvSpPr/>
          <p:nvPr/>
        </p:nvSpPr>
        <p:spPr>
          <a:xfrm>
            <a:off x="4947820" y="342900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식당명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5061E5B-E73E-95F1-FF84-924972C5B02E}"/>
              </a:ext>
            </a:extLst>
          </p:cNvPr>
          <p:cNvSpPr/>
          <p:nvPr/>
        </p:nvSpPr>
        <p:spPr>
          <a:xfrm>
            <a:off x="4947820" y="3895310"/>
            <a:ext cx="2296362" cy="1355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한줄평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E03B76-4753-E1A8-8BD0-09FCBB9ADDBA}"/>
              </a:ext>
            </a:extLst>
          </p:cNvPr>
          <p:cNvSpPr/>
          <p:nvPr/>
        </p:nvSpPr>
        <p:spPr>
          <a:xfrm>
            <a:off x="5219702" y="5531532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등록하기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92033-084D-6F64-3588-33D20AED3DDC}"/>
              </a:ext>
            </a:extLst>
          </p:cNvPr>
          <p:cNvSpPr txBox="1"/>
          <p:nvPr/>
        </p:nvSpPr>
        <p:spPr>
          <a:xfrm>
            <a:off x="8836884" y="3135373"/>
            <a:ext cx="2994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기존에 작성되어 있던 내용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그대로 출력되도록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2D5DBEE-B1E6-2747-AFCB-E972B84DE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0" t="38413" r="66504" b="21733"/>
          <a:stretch>
            <a:fillRect/>
          </a:stretch>
        </p:blipFill>
        <p:spPr>
          <a:xfrm>
            <a:off x="2022715" y="3131867"/>
            <a:ext cx="2073612" cy="32493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4D1745-9E2D-42FD-1F39-71E8A673C2C8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</p:spTree>
    <p:extLst>
      <p:ext uri="{BB962C8B-B14F-4D97-AF65-F5344CB8AC3E}">
        <p14:creationId xmlns:p14="http://schemas.microsoft.com/office/powerpoint/2010/main" val="3620680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AB2D3-A759-D2AB-0A53-A0742C9D1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CD458FD-3987-16FD-EF5F-DAA886BD983B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8A8C73-B71A-25EA-1FCF-7969CCDB9659}"/>
              </a:ext>
            </a:extLst>
          </p:cNvPr>
          <p:cNvSpPr txBox="1"/>
          <p:nvPr/>
        </p:nvSpPr>
        <p:spPr>
          <a:xfrm>
            <a:off x="157018" y="127123"/>
            <a:ext cx="10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55A53-4545-8022-9BB3-B675386F90FF}"/>
              </a:ext>
            </a:extLst>
          </p:cNvPr>
          <p:cNvSpPr txBox="1"/>
          <p:nvPr/>
        </p:nvSpPr>
        <p:spPr>
          <a:xfrm>
            <a:off x="4482206" y="637697"/>
            <a:ext cx="206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맛집도</a:t>
            </a:r>
          </a:p>
        </p:txBody>
      </p:sp>
      <p:pic>
        <p:nvPicPr>
          <p:cNvPr id="10" name="그림 9" descr="카카오 지도에 여러개의 마커 표시하기">
            <a:extLst>
              <a:ext uri="{FF2B5EF4-FFF2-40B4-BE49-F238E27FC236}">
                <a16:creationId xmlns:a16="http://schemas.microsoft.com/office/drawing/2014/main" id="{11BEBA7F-F19A-F912-97E0-0AF89F10C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573" y="1660671"/>
            <a:ext cx="3154854" cy="27622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6872A5-1DBD-14B6-4C7D-26ED8182D828}"/>
              </a:ext>
            </a:extLst>
          </p:cNvPr>
          <p:cNvSpPr txBox="1"/>
          <p:nvPr/>
        </p:nvSpPr>
        <p:spPr>
          <a:xfrm>
            <a:off x="8836884" y="2278019"/>
            <a:ext cx="2747868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카카오지도 활용하여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등록된 맛집들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마커로 노출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마커 중 하나를 누를 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#3-2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 이동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(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혹은 변화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7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"C:\Users\Admin\mbca\Web\Ex\Day13\07_kakaomap.html"</a:t>
            </a:r>
            <a:r>
              <a:rPr lang="ko-KR" altLang="en-US" sz="7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endParaRPr lang="en-US" altLang="ko-KR" sz="7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D0B023C-7395-716D-2FAE-D461F46836C9}"/>
              </a:ext>
            </a:extLst>
          </p:cNvPr>
          <p:cNvCxnSpPr>
            <a:cxnSpLocks/>
          </p:cNvCxnSpPr>
          <p:nvPr/>
        </p:nvCxnSpPr>
        <p:spPr>
          <a:xfrm>
            <a:off x="7210425" y="2624268"/>
            <a:ext cx="149023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AA49D2D-1D23-5A0A-BA4D-21FAD6F316E2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E471EA2-48C0-7821-5852-3DB8B969E576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BFA95599-E009-DAEE-3512-B7230DD7E22A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29BC5A-BF72-8ACD-B2C3-5A43FCE122DA}"/>
              </a:ext>
            </a:extLst>
          </p:cNvPr>
          <p:cNvSpPr/>
          <p:nvPr/>
        </p:nvSpPr>
        <p:spPr>
          <a:xfrm>
            <a:off x="5202960" y="4742404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F74750A-10A6-E12A-B288-845906E1C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411" y="4803095"/>
            <a:ext cx="232455" cy="23245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34749D-CC26-11FF-94E7-FD9266F2FD75}"/>
              </a:ext>
            </a:extLst>
          </p:cNvPr>
          <p:cNvSpPr/>
          <p:nvPr/>
        </p:nvSpPr>
        <p:spPr>
          <a:xfrm>
            <a:off x="5413668" y="5329608"/>
            <a:ext cx="1364665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맛식당</a:t>
            </a:r>
            <a:r>
              <a:rPr lang="ko-KR" altLang="en-US" sz="1600" dirty="0">
                <a:solidFill>
                  <a:schemeClr val="tx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등록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584DB6-4E7A-6B83-895D-542C234D945F}"/>
              </a:ext>
            </a:extLst>
          </p:cNvPr>
          <p:cNvSpPr txBox="1"/>
          <p:nvPr/>
        </p:nvSpPr>
        <p:spPr>
          <a:xfrm>
            <a:off x="8836884" y="4583877"/>
            <a:ext cx="17027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검색창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기능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#3-1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0004A7A-FD53-9CFA-1DD2-E0141486C509}"/>
              </a:ext>
            </a:extLst>
          </p:cNvPr>
          <p:cNvCxnSpPr>
            <a:cxnSpLocks/>
          </p:cNvCxnSpPr>
          <p:nvPr/>
        </p:nvCxnSpPr>
        <p:spPr>
          <a:xfrm>
            <a:off x="7210425" y="4928559"/>
            <a:ext cx="149023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50A0E38-032E-0AF5-20CC-BC43AEA16AA8}"/>
              </a:ext>
            </a:extLst>
          </p:cNvPr>
          <p:cNvSpPr txBox="1"/>
          <p:nvPr/>
        </p:nvSpPr>
        <p:spPr>
          <a:xfrm>
            <a:off x="8836884" y="5333925"/>
            <a:ext cx="1702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#2-2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9AD107F-2800-AFD8-55BE-1F4C8AA69F7D}"/>
              </a:ext>
            </a:extLst>
          </p:cNvPr>
          <p:cNvCxnSpPr>
            <a:cxnSpLocks/>
          </p:cNvCxnSpPr>
          <p:nvPr/>
        </p:nvCxnSpPr>
        <p:spPr>
          <a:xfrm>
            <a:off x="6989040" y="5501043"/>
            <a:ext cx="171161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14A86542-505C-ACA3-A785-443F486B70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06" t="39038" r="50382" b="22152"/>
          <a:stretch>
            <a:fillRect/>
          </a:stretch>
        </p:blipFill>
        <p:spPr>
          <a:xfrm>
            <a:off x="2022715" y="3131867"/>
            <a:ext cx="2073612" cy="32493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FA63AC-DEB3-700E-121F-E9481EE7EA64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</p:spTree>
    <p:extLst>
      <p:ext uri="{BB962C8B-B14F-4D97-AF65-F5344CB8AC3E}">
        <p14:creationId xmlns:p14="http://schemas.microsoft.com/office/powerpoint/2010/main" val="298124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396A7-B36C-A0C0-8CAC-E140A033C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EB9677A-E048-4B9B-748F-10564C622BF5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52EBC7-CEC7-6A96-A658-678087C6741F}"/>
              </a:ext>
            </a:extLst>
          </p:cNvPr>
          <p:cNvSpPr txBox="1"/>
          <p:nvPr/>
        </p:nvSpPr>
        <p:spPr>
          <a:xfrm>
            <a:off x="157018" y="127123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#3-1.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363D9-A846-3B98-F7FA-AA526BB3D8CA}"/>
              </a:ext>
            </a:extLst>
          </p:cNvPr>
          <p:cNvSpPr txBox="1"/>
          <p:nvPr/>
        </p:nvSpPr>
        <p:spPr>
          <a:xfrm>
            <a:off x="4482206" y="637697"/>
            <a:ext cx="206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맛집도</a:t>
            </a:r>
          </a:p>
        </p:txBody>
      </p:sp>
      <p:pic>
        <p:nvPicPr>
          <p:cNvPr id="10" name="그림 9" descr="카카오 지도에 여러개의 마커 표시하기">
            <a:extLst>
              <a:ext uri="{FF2B5EF4-FFF2-40B4-BE49-F238E27FC236}">
                <a16:creationId xmlns:a16="http://schemas.microsoft.com/office/drawing/2014/main" id="{97DB4CDC-4116-7BE6-5EC5-E6FCB24A4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573" y="1660671"/>
            <a:ext cx="3154854" cy="27622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D15B14-DB2E-27CE-B2C3-85AFE4A9E135}"/>
              </a:ext>
            </a:extLst>
          </p:cNvPr>
          <p:cNvSpPr txBox="1"/>
          <p:nvPr/>
        </p:nvSpPr>
        <p:spPr>
          <a:xfrm>
            <a:off x="8321964" y="1630202"/>
            <a:ext cx="3776996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검색에 따라 유사 장소들 노출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장소 확정하여 클릭 시 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#3-2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7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https://apis.map.kakao.com/web/sample/keywordList/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마커로 지정된 장소만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 가능할지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확인 필요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: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불가할 시 중간 구성 하나 더 필요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검색된 장소로 마커를 더 추가할지 어떨지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63ED7C-1663-C7B8-CCD7-AC182A903824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DA1D753-C397-31CC-300B-364F330F554B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5F708D64-A8A6-A2D0-758C-89D5D46B7D5C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6B4067-01EC-C39E-8112-88BC29BF48EA}"/>
              </a:ext>
            </a:extLst>
          </p:cNvPr>
          <p:cNvSpPr/>
          <p:nvPr/>
        </p:nvSpPr>
        <p:spPr>
          <a:xfrm>
            <a:off x="5202960" y="4742404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AFC4911-496E-487E-8412-8DDB317EC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411" y="4803095"/>
            <a:ext cx="232455" cy="23245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A832FBF4-BD2A-0835-6CA4-1DF25E79B035}"/>
              </a:ext>
            </a:extLst>
          </p:cNvPr>
          <p:cNvSpPr/>
          <p:nvPr/>
        </p:nvSpPr>
        <p:spPr>
          <a:xfrm>
            <a:off x="5413668" y="5329608"/>
            <a:ext cx="1364665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맛식당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등록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5094F0-6721-C875-7A39-5586C75B1AC9}"/>
              </a:ext>
            </a:extLst>
          </p:cNvPr>
          <p:cNvSpPr/>
          <p:nvPr/>
        </p:nvSpPr>
        <p:spPr>
          <a:xfrm>
            <a:off x="4575150" y="1707791"/>
            <a:ext cx="1102906" cy="2668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7DE9237-C93C-8793-29A7-335233915F38}"/>
              </a:ext>
            </a:extLst>
          </p:cNvPr>
          <p:cNvGrpSpPr/>
          <p:nvPr/>
        </p:nvGrpSpPr>
        <p:grpSpPr>
          <a:xfrm>
            <a:off x="4712534" y="2121539"/>
            <a:ext cx="828139" cy="1169181"/>
            <a:chOff x="4712534" y="2527939"/>
            <a:chExt cx="828139" cy="1169181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17CF44F3-A54D-21EE-DEDD-229174D2A2A2}"/>
                </a:ext>
              </a:extLst>
            </p:cNvPr>
            <p:cNvCxnSpPr>
              <a:cxnSpLocks/>
            </p:cNvCxnSpPr>
            <p:nvPr/>
          </p:nvCxnSpPr>
          <p:spPr>
            <a:xfrm>
              <a:off x="4712534" y="2527939"/>
              <a:ext cx="828139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490B3206-F765-D3F8-8AE5-7087BFB017BF}"/>
                </a:ext>
              </a:extLst>
            </p:cNvPr>
            <p:cNvCxnSpPr>
              <a:cxnSpLocks/>
            </p:cNvCxnSpPr>
            <p:nvPr/>
          </p:nvCxnSpPr>
          <p:spPr>
            <a:xfrm>
              <a:off x="4712534" y="2917666"/>
              <a:ext cx="828139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7E9B4F89-4167-3344-81C1-5AE5B6030BC2}"/>
                </a:ext>
              </a:extLst>
            </p:cNvPr>
            <p:cNvCxnSpPr>
              <a:cxnSpLocks/>
            </p:cNvCxnSpPr>
            <p:nvPr/>
          </p:nvCxnSpPr>
          <p:spPr>
            <a:xfrm>
              <a:off x="4712534" y="3307393"/>
              <a:ext cx="828139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2ADB8735-993B-0968-8134-988500660F1B}"/>
                </a:ext>
              </a:extLst>
            </p:cNvPr>
            <p:cNvCxnSpPr>
              <a:cxnSpLocks/>
            </p:cNvCxnSpPr>
            <p:nvPr/>
          </p:nvCxnSpPr>
          <p:spPr>
            <a:xfrm>
              <a:off x="4712534" y="3697120"/>
              <a:ext cx="828139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1A0DA76-27F3-89D6-142E-4C463B8E34DE}"/>
              </a:ext>
            </a:extLst>
          </p:cNvPr>
          <p:cNvCxnSpPr>
            <a:cxnSpLocks/>
          </p:cNvCxnSpPr>
          <p:nvPr/>
        </p:nvCxnSpPr>
        <p:spPr>
          <a:xfrm>
            <a:off x="5540673" y="2405643"/>
            <a:ext cx="262933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43DEB85-63E9-0606-CF6C-5B0F6E60E7A1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E1B5185-77FD-3470-5B31-51F656D85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8" t="38413" r="34385" b="21733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20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2B25B-F7FC-1B77-9B68-F2143912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9DC4887-6995-ABE3-FF5C-1E20B868E459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9E69B-D797-7846-7FD1-7792DC27A33D}"/>
              </a:ext>
            </a:extLst>
          </p:cNvPr>
          <p:cNvSpPr txBox="1"/>
          <p:nvPr/>
        </p:nvSpPr>
        <p:spPr>
          <a:xfrm>
            <a:off x="157018" y="127123"/>
            <a:ext cx="1341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#3-2.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107A7-AB10-4E2E-590A-4CEC4E6415C3}"/>
              </a:ext>
            </a:extLst>
          </p:cNvPr>
          <p:cNvSpPr txBox="1"/>
          <p:nvPr/>
        </p:nvSpPr>
        <p:spPr>
          <a:xfrm>
            <a:off x="4482206" y="637697"/>
            <a:ext cx="206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맛집도</a:t>
            </a:r>
          </a:p>
        </p:txBody>
      </p:sp>
      <p:pic>
        <p:nvPicPr>
          <p:cNvPr id="10" name="그림 9" descr="카카오 지도에 여러개의 마커 표시하기">
            <a:extLst>
              <a:ext uri="{FF2B5EF4-FFF2-40B4-BE49-F238E27FC236}">
                <a16:creationId xmlns:a16="http://schemas.microsoft.com/office/drawing/2014/main" id="{EE800A55-915E-7313-EBB1-BA4AD633B2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962" t="41386" r="32827" b="40403"/>
          <a:stretch>
            <a:fillRect/>
          </a:stretch>
        </p:blipFill>
        <p:spPr>
          <a:xfrm>
            <a:off x="4518573" y="1660671"/>
            <a:ext cx="3154854" cy="27622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251E53-B27D-98C3-4789-AF955A285F8F}"/>
              </a:ext>
            </a:extLst>
          </p:cNvPr>
          <p:cNvSpPr txBox="1"/>
          <p:nvPr/>
        </p:nvSpPr>
        <p:spPr>
          <a:xfrm>
            <a:off x="8836884" y="2318383"/>
            <a:ext cx="3094117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지도 확대 및 마커가 확장되며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정보 간략히 소개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좋아요 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조회수 확인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확장된 마커 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https://apis.map.kakao.com/web/sample/markerWithCustomOverlay/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A19B1A1-7245-0963-976E-C6610A54FCCC}"/>
              </a:ext>
            </a:extLst>
          </p:cNvPr>
          <p:cNvCxnSpPr>
            <a:cxnSpLocks/>
          </p:cNvCxnSpPr>
          <p:nvPr/>
        </p:nvCxnSpPr>
        <p:spPr>
          <a:xfrm>
            <a:off x="7210425" y="3059688"/>
            <a:ext cx="149023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7FE3A1-FCFD-BC6B-7998-4BFECBF2C638}"/>
              </a:ext>
            </a:extLst>
          </p:cNvPr>
          <p:cNvSpPr/>
          <p:nvPr/>
        </p:nvSpPr>
        <p:spPr>
          <a:xfrm>
            <a:off x="5163547" y="2598544"/>
            <a:ext cx="1910649" cy="15427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#2-1</a:t>
            </a:r>
            <a:endParaRPr lang="ko-KR" altLang="en-US" sz="24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98334B-F8A7-7249-868B-78446C64C7FD}"/>
              </a:ext>
            </a:extLst>
          </p:cNvPr>
          <p:cNvGrpSpPr/>
          <p:nvPr/>
        </p:nvGrpSpPr>
        <p:grpSpPr>
          <a:xfrm>
            <a:off x="5389112" y="3729784"/>
            <a:ext cx="1580498" cy="311169"/>
            <a:chOff x="5493698" y="3328190"/>
            <a:chExt cx="1580498" cy="31116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B0AC58B9-DC19-6127-561A-077EDFD77B99}"/>
                </a:ext>
              </a:extLst>
            </p:cNvPr>
            <p:cNvGrpSpPr/>
            <p:nvPr/>
          </p:nvGrpSpPr>
          <p:grpSpPr>
            <a:xfrm>
              <a:off x="5493698" y="3347950"/>
              <a:ext cx="1096329" cy="291409"/>
              <a:chOff x="5493698" y="3347950"/>
              <a:chExt cx="1096329" cy="291409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60FDF4D4-BD09-243B-A69A-3CB289AB7E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93698" y="3347950"/>
                <a:ext cx="291409" cy="291409"/>
              </a:xfrm>
              <a:prstGeom prst="rect">
                <a:avLst/>
              </a:prstGeom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380D64E2-9CE4-1F34-BE68-6BAE1762BF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55" t="19347" r="4355" b="19347"/>
              <a:stretch>
                <a:fillRect/>
              </a:stretch>
            </p:blipFill>
            <p:spPr>
              <a:xfrm>
                <a:off x="6219459" y="3369229"/>
                <a:ext cx="370568" cy="24885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780CAB-E652-604F-4F44-184F4E944350}"/>
                </a:ext>
              </a:extLst>
            </p:cNvPr>
            <p:cNvSpPr txBox="1"/>
            <p:nvPr/>
          </p:nvSpPr>
          <p:spPr>
            <a:xfrm>
              <a:off x="5766228" y="3328190"/>
              <a:ext cx="3834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14</a:t>
              </a:r>
              <a:r>
                <a:rPr lang="ko-KR" altLang="en-US" sz="14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 </a:t>
              </a:r>
              <a:endParaRPr lang="ko-KR" altLang="en-US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E33545-291D-4D8E-B3C7-77D77596F8C1}"/>
                </a:ext>
              </a:extLst>
            </p:cNvPr>
            <p:cNvSpPr txBox="1"/>
            <p:nvPr/>
          </p:nvSpPr>
          <p:spPr>
            <a:xfrm>
              <a:off x="6597647" y="3328190"/>
              <a:ext cx="47654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513</a:t>
              </a:r>
              <a:r>
                <a:rPr lang="ko-KR" altLang="en-US" sz="14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 </a:t>
              </a:r>
              <a:endParaRPr lang="ko-KR" altLang="en-US" sz="14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AA004EF-8CD9-0F87-B70B-15EDA0E85239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1C56AAC-56EF-9E5C-6E69-D7011FA34060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CC1B69B0-7637-3C0A-821D-1F6EF704CB9B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628476-F7DE-D53C-43FB-DCE30794B674}"/>
              </a:ext>
            </a:extLst>
          </p:cNvPr>
          <p:cNvSpPr/>
          <p:nvPr/>
        </p:nvSpPr>
        <p:spPr>
          <a:xfrm>
            <a:off x="5202960" y="4742404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16FC7AE-1C3B-9A41-CE14-50E2AEB319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411" y="4803095"/>
            <a:ext cx="232455" cy="232455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2FF63E66-BC04-1356-A81F-62098B149FC3}"/>
              </a:ext>
            </a:extLst>
          </p:cNvPr>
          <p:cNvSpPr/>
          <p:nvPr/>
        </p:nvSpPr>
        <p:spPr>
          <a:xfrm>
            <a:off x="5413668" y="5329608"/>
            <a:ext cx="1364665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맛식당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등록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A6DD66-C034-5A92-7D72-FC1C966D269B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CDC1EC-4824-CD21-9B21-382B32A251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20" t="39111" r="18103" b="21035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27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456EB-5202-0B1F-5851-2760388E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E6958B9-3B24-CA99-433E-80FD9CDE3B42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8995D-688B-6291-30D0-BF49C97994E3}"/>
              </a:ext>
            </a:extLst>
          </p:cNvPr>
          <p:cNvSpPr txBox="1"/>
          <p:nvPr/>
        </p:nvSpPr>
        <p:spPr>
          <a:xfrm>
            <a:off x="157018" y="127123"/>
            <a:ext cx="2050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#4.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personal info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75CB15-C58A-FB81-6494-780B258B560D}"/>
              </a:ext>
            </a:extLst>
          </p:cNvPr>
          <p:cNvSpPr txBox="1"/>
          <p:nvPr/>
        </p:nvSpPr>
        <p:spPr>
          <a:xfrm>
            <a:off x="8836884" y="4085471"/>
            <a:ext cx="2670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내가 업로드한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맛식당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모아보기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#4-1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E6EFDA-20CA-0AEC-33C6-E50B9AB11347}"/>
              </a:ext>
            </a:extLst>
          </p:cNvPr>
          <p:cNvSpPr txBox="1"/>
          <p:nvPr/>
        </p:nvSpPr>
        <p:spPr>
          <a:xfrm>
            <a:off x="8836884" y="668472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25F6583-7C73-7B9A-181D-4AE31E94AD1F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155EA714-8637-1B85-B38A-74B78C4FF0F3}"/>
              </a:ext>
            </a:extLst>
          </p:cNvPr>
          <p:cNvSpPr/>
          <p:nvPr/>
        </p:nvSpPr>
        <p:spPr>
          <a:xfrm rot="16200000">
            <a:off x="7203583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AFBCBE3-BDB7-611A-A292-1D1C90790E2D}"/>
              </a:ext>
            </a:extLst>
          </p:cNvPr>
          <p:cNvSpPr/>
          <p:nvPr/>
        </p:nvSpPr>
        <p:spPr>
          <a:xfrm>
            <a:off x="5038726" y="1430703"/>
            <a:ext cx="2114548" cy="21145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Profile</a:t>
            </a:r>
          </a:p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image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AA04AE-0DC6-DCC8-A6D5-E5791A756DA4}"/>
              </a:ext>
            </a:extLst>
          </p:cNvPr>
          <p:cNvSpPr/>
          <p:nvPr/>
        </p:nvSpPr>
        <p:spPr>
          <a:xfrm>
            <a:off x="4947820" y="418982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내가 찾은 </a:t>
            </a:r>
            <a:r>
              <a:rPr lang="ko-KR" altLang="en-US" sz="1600" dirty="0" err="1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맛식당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6FAE79-E916-CBE9-AE0F-F634CCA08065}"/>
              </a:ext>
            </a:extLst>
          </p:cNvPr>
          <p:cNvSpPr/>
          <p:nvPr/>
        </p:nvSpPr>
        <p:spPr>
          <a:xfrm>
            <a:off x="4947820" y="4745428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내가 좋아한 </a:t>
            </a:r>
            <a:r>
              <a:rPr lang="ko-KR" altLang="en-US" sz="1600" dirty="0" err="1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맛식당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67070A-73F8-D3D2-95F4-38B9CDA49D65}"/>
              </a:ext>
            </a:extLst>
          </p:cNvPr>
          <p:cNvCxnSpPr>
            <a:cxnSpLocks/>
          </p:cNvCxnSpPr>
          <p:nvPr/>
        </p:nvCxnSpPr>
        <p:spPr>
          <a:xfrm>
            <a:off x="7413208" y="4384296"/>
            <a:ext cx="1287447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46AA98A-D08E-FA77-21CE-0704CA3EE4B6}"/>
              </a:ext>
            </a:extLst>
          </p:cNvPr>
          <p:cNvSpPr txBox="1"/>
          <p:nvPr/>
        </p:nvSpPr>
        <p:spPr>
          <a:xfrm>
            <a:off x="8836884" y="4670246"/>
            <a:ext cx="2887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내가 좋아요 누른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맛식당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모아보기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#4-2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767849A-55AE-B83A-0CA9-00E4AEFF4429}"/>
              </a:ext>
            </a:extLst>
          </p:cNvPr>
          <p:cNvCxnSpPr>
            <a:cxnSpLocks/>
          </p:cNvCxnSpPr>
          <p:nvPr/>
        </p:nvCxnSpPr>
        <p:spPr>
          <a:xfrm>
            <a:off x="7413208" y="4969071"/>
            <a:ext cx="1287447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7827D14-8341-3A51-23A1-2641C08A63A5}"/>
              </a:ext>
            </a:extLst>
          </p:cNvPr>
          <p:cNvSpPr txBox="1"/>
          <p:nvPr/>
        </p:nvSpPr>
        <p:spPr>
          <a:xfrm>
            <a:off x="5061528" y="365433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반가워요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ID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님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68FE3F-D047-A1AA-76BA-CFB516FC4720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C3DA2FA-7E11-15EE-4446-984D1BCE6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36" t="38575" r="2487" b="21571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15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7E79-C92A-61D4-88E4-CC1515221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613965A-39B3-7C66-6044-A11955E5E45F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96069-79AB-1DDC-BBFD-A8EDB31C5030}"/>
              </a:ext>
            </a:extLst>
          </p:cNvPr>
          <p:cNvSpPr txBox="1"/>
          <p:nvPr/>
        </p:nvSpPr>
        <p:spPr>
          <a:xfrm>
            <a:off x="157018" y="127123"/>
            <a:ext cx="329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#4-1.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uploaded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contents list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EDF6AC-12F3-AD2C-A9A1-0FD1A2BA3B4D}"/>
              </a:ext>
            </a:extLst>
          </p:cNvPr>
          <p:cNvSpPr/>
          <p:nvPr/>
        </p:nvSpPr>
        <p:spPr>
          <a:xfrm>
            <a:off x="4470401" y="207010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0048F8-41E4-F891-E1EE-B827E2DA36DE}"/>
              </a:ext>
            </a:extLst>
          </p:cNvPr>
          <p:cNvSpPr/>
          <p:nvPr/>
        </p:nvSpPr>
        <p:spPr>
          <a:xfrm>
            <a:off x="4470401" y="3504046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E0917C-0C7A-44A1-2DD9-1161AC7F9E03}"/>
              </a:ext>
            </a:extLst>
          </p:cNvPr>
          <p:cNvSpPr/>
          <p:nvPr/>
        </p:nvSpPr>
        <p:spPr>
          <a:xfrm>
            <a:off x="4470401" y="493799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BF4744-6F7C-B851-3B11-DADF91955679}"/>
              </a:ext>
            </a:extLst>
          </p:cNvPr>
          <p:cNvSpPr/>
          <p:nvPr/>
        </p:nvSpPr>
        <p:spPr>
          <a:xfrm>
            <a:off x="4593648" y="222712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7652AE-D3E3-D9C3-4150-05FB45C94F46}"/>
              </a:ext>
            </a:extLst>
          </p:cNvPr>
          <p:cNvSpPr/>
          <p:nvPr/>
        </p:nvSpPr>
        <p:spPr>
          <a:xfrm>
            <a:off x="4593648" y="366626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CDB2D6-E02C-FF5A-2D5E-770CECA3189B}"/>
              </a:ext>
            </a:extLst>
          </p:cNvPr>
          <p:cNvSpPr/>
          <p:nvPr/>
        </p:nvSpPr>
        <p:spPr>
          <a:xfrm>
            <a:off x="4593648" y="5100205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559814-F16D-0190-A423-5E49541393EB}"/>
              </a:ext>
            </a:extLst>
          </p:cNvPr>
          <p:cNvSpPr txBox="1"/>
          <p:nvPr/>
        </p:nvSpPr>
        <p:spPr>
          <a:xfrm>
            <a:off x="5564908" y="2227120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두부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글레이즈드넛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472638-B3CA-4C98-C41C-3E3363CF02F1}"/>
              </a:ext>
            </a:extLst>
          </p:cNvPr>
          <p:cNvSpPr txBox="1"/>
          <p:nvPr/>
        </p:nvSpPr>
        <p:spPr>
          <a:xfrm>
            <a:off x="5564908" y="3681799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녹차라떼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C316BA-5EFD-103F-47A1-FA647F9CF0BF}"/>
              </a:ext>
            </a:extLst>
          </p:cNvPr>
          <p:cNvSpPr txBox="1"/>
          <p:nvPr/>
        </p:nvSpPr>
        <p:spPr>
          <a:xfrm>
            <a:off x="5564908" y="510020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핵불닭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와사비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토스트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81D88A-E43D-EADA-485E-EBD49E6942E3}"/>
              </a:ext>
            </a:extLst>
          </p:cNvPr>
          <p:cNvSpPr txBox="1"/>
          <p:nvPr/>
        </p:nvSpPr>
        <p:spPr>
          <a:xfrm>
            <a:off x="5564908" y="2560159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노티드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신림점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38DBB-14B9-1243-9660-5AC634019C31}"/>
              </a:ext>
            </a:extLst>
          </p:cNvPr>
          <p:cNvSpPr txBox="1"/>
          <p:nvPr/>
        </p:nvSpPr>
        <p:spPr>
          <a:xfrm>
            <a:off x="5564908" y="4019481"/>
            <a:ext cx="1713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00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카페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5B5D17-08F9-A3FB-6D23-692A69BB20BB}"/>
              </a:ext>
            </a:extLst>
          </p:cNvPr>
          <p:cNvSpPr txBox="1"/>
          <p:nvPr/>
        </p:nvSpPr>
        <p:spPr>
          <a:xfrm>
            <a:off x="5564908" y="5437887"/>
            <a:ext cx="1953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XX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베이커리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0116D5-9482-12E4-56A1-9C5BD44C405E}"/>
              </a:ext>
            </a:extLst>
          </p:cNvPr>
          <p:cNvSpPr txBox="1"/>
          <p:nvPr/>
        </p:nvSpPr>
        <p:spPr>
          <a:xfrm>
            <a:off x="5564908" y="2971860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51E825-89A0-24D2-4199-5D4FC71C0AD9}"/>
              </a:ext>
            </a:extLst>
          </p:cNvPr>
          <p:cNvSpPr txBox="1"/>
          <p:nvPr/>
        </p:nvSpPr>
        <p:spPr>
          <a:xfrm>
            <a:off x="5564908" y="437673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D244F9-0635-6B13-6424-ACD4F682942F}"/>
              </a:ext>
            </a:extLst>
          </p:cNvPr>
          <p:cNvSpPr txBox="1"/>
          <p:nvPr/>
        </p:nvSpPr>
        <p:spPr>
          <a:xfrm>
            <a:off x="5564908" y="582856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FDA368-F83B-29DB-B865-770CF8AED57F}"/>
              </a:ext>
            </a:extLst>
          </p:cNvPr>
          <p:cNvSpPr txBox="1"/>
          <p:nvPr/>
        </p:nvSpPr>
        <p:spPr>
          <a:xfrm>
            <a:off x="8836884" y="2355549"/>
            <a:ext cx="2828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좌측 음식 이미지 미리보기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/ view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플래티콘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활용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751D331-410C-C85F-DD48-1187E64B8D39}"/>
              </a:ext>
            </a:extLst>
          </p:cNvPr>
          <p:cNvCxnSpPr>
            <a:cxnSpLocks/>
          </p:cNvCxnSpPr>
          <p:nvPr/>
        </p:nvCxnSpPr>
        <p:spPr>
          <a:xfrm>
            <a:off x="7798666" y="2752339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F70380D-315B-4BDE-0143-B043F8F40A72}"/>
              </a:ext>
            </a:extLst>
          </p:cNvPr>
          <p:cNvSpPr txBox="1"/>
          <p:nvPr/>
        </p:nvSpPr>
        <p:spPr>
          <a:xfrm>
            <a:off x="4482206" y="637697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현재 게시판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안내 및 이름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3609AA43-9E6F-00D4-EDF6-A89CD8A75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884" y="3423635"/>
            <a:ext cx="485250" cy="48525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74DDCC4-C01F-6848-EA09-9279578E3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183" y="3320630"/>
            <a:ext cx="722338" cy="722338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B168B299-3D1D-41CB-9632-15C357F43FCB}"/>
              </a:ext>
            </a:extLst>
          </p:cNvPr>
          <p:cNvSpPr/>
          <p:nvPr/>
        </p:nvSpPr>
        <p:spPr>
          <a:xfrm>
            <a:off x="4462321" y="1606745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453ADD9B-002A-B4D6-1691-D82046955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72" y="1667436"/>
            <a:ext cx="232455" cy="23245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02FD041-09C2-EB2F-3245-92AF6FD5E3A5}"/>
              </a:ext>
            </a:extLst>
          </p:cNvPr>
          <p:cNvSpPr txBox="1"/>
          <p:nvPr/>
        </p:nvSpPr>
        <p:spPr>
          <a:xfrm>
            <a:off x="1356051" y="1239571"/>
            <a:ext cx="20377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검색창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기능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#4-1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에 있는 내용만 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 가능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이름에 따른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EB2B94B-18AB-DB06-D63F-EC0100480058}"/>
              </a:ext>
            </a:extLst>
          </p:cNvPr>
          <p:cNvCxnSpPr>
            <a:cxnSpLocks/>
          </p:cNvCxnSpPr>
          <p:nvPr/>
        </p:nvCxnSpPr>
        <p:spPr>
          <a:xfrm>
            <a:off x="3443720" y="1792900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04BA238-D01F-BC97-6A3B-B6BC04C04B31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C59A145-5C9E-361B-4484-537532A67528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818D748E-DA22-22E5-2203-259C40652978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BEF095-4CCB-2D64-D119-2AA3F1951960}"/>
              </a:ext>
            </a:extLst>
          </p:cNvPr>
          <p:cNvSpPr txBox="1"/>
          <p:nvPr/>
        </p:nvSpPr>
        <p:spPr>
          <a:xfrm>
            <a:off x="8836884" y="5407109"/>
            <a:ext cx="2828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게시글 수에 따라 화면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Height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가 늘어난다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E26AF00-87F6-C652-432C-030C2AC48D69}"/>
              </a:ext>
            </a:extLst>
          </p:cNvPr>
          <p:cNvCxnSpPr>
            <a:cxnSpLocks/>
          </p:cNvCxnSpPr>
          <p:nvPr/>
        </p:nvCxnSpPr>
        <p:spPr>
          <a:xfrm>
            <a:off x="7798666" y="5680788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562204C-5108-21EC-42F1-FD6145604731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C83FCAB-B08A-D32F-1C54-CB73A56DFB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54" t="54237" r="21709" b="1360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58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F41F-B25C-1476-6B3D-9E1C106D7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21AF69A-BB52-09FC-2BC3-C72956AD8A5E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AE270-FCEA-3130-FBA9-3E045E0672EA}"/>
              </a:ext>
            </a:extLst>
          </p:cNvPr>
          <p:cNvSpPr txBox="1"/>
          <p:nvPr/>
        </p:nvSpPr>
        <p:spPr>
          <a:xfrm>
            <a:off x="157018" y="127123"/>
            <a:ext cx="3125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#4-2.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favorite contents list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5B0D26-FA17-0E05-4E34-25639E43418C}"/>
              </a:ext>
            </a:extLst>
          </p:cNvPr>
          <p:cNvSpPr/>
          <p:nvPr/>
        </p:nvSpPr>
        <p:spPr>
          <a:xfrm>
            <a:off x="4470401" y="207010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C227C7-1C5B-68D6-5082-51871CB58A67}"/>
              </a:ext>
            </a:extLst>
          </p:cNvPr>
          <p:cNvSpPr/>
          <p:nvPr/>
        </p:nvSpPr>
        <p:spPr>
          <a:xfrm>
            <a:off x="4470401" y="3504046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832BE7-EB4C-312D-CFDB-666618DA07AD}"/>
              </a:ext>
            </a:extLst>
          </p:cNvPr>
          <p:cNvSpPr/>
          <p:nvPr/>
        </p:nvSpPr>
        <p:spPr>
          <a:xfrm>
            <a:off x="4470401" y="493799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FBEC22-5B11-9EB2-E451-F6DAB40FFCCF}"/>
              </a:ext>
            </a:extLst>
          </p:cNvPr>
          <p:cNvSpPr/>
          <p:nvPr/>
        </p:nvSpPr>
        <p:spPr>
          <a:xfrm>
            <a:off x="4593648" y="222712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1FB92E-67D9-CEED-2D72-E12C27996332}"/>
              </a:ext>
            </a:extLst>
          </p:cNvPr>
          <p:cNvSpPr/>
          <p:nvPr/>
        </p:nvSpPr>
        <p:spPr>
          <a:xfrm>
            <a:off x="4593648" y="366626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AD0C9E8-18CD-3858-5589-B00AB6F01048}"/>
              </a:ext>
            </a:extLst>
          </p:cNvPr>
          <p:cNvSpPr/>
          <p:nvPr/>
        </p:nvSpPr>
        <p:spPr>
          <a:xfrm>
            <a:off x="4593648" y="5100205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58BEA4-C0B5-D1E9-C1D7-129345FB62D2}"/>
              </a:ext>
            </a:extLst>
          </p:cNvPr>
          <p:cNvSpPr txBox="1"/>
          <p:nvPr/>
        </p:nvSpPr>
        <p:spPr>
          <a:xfrm>
            <a:off x="5564908" y="2227120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두부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글레이즈드넛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CCA733-3F61-2693-FE4D-A6BE36149DEC}"/>
              </a:ext>
            </a:extLst>
          </p:cNvPr>
          <p:cNvSpPr txBox="1"/>
          <p:nvPr/>
        </p:nvSpPr>
        <p:spPr>
          <a:xfrm>
            <a:off x="5564908" y="3681799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녹차라떼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2BA02B-7618-2174-FB24-D9B12B6D7991}"/>
              </a:ext>
            </a:extLst>
          </p:cNvPr>
          <p:cNvSpPr txBox="1"/>
          <p:nvPr/>
        </p:nvSpPr>
        <p:spPr>
          <a:xfrm>
            <a:off x="5564908" y="510020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핵불닭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와사비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토스트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F41D1B-A267-7FE4-20B8-39E704124BF8}"/>
              </a:ext>
            </a:extLst>
          </p:cNvPr>
          <p:cNvSpPr txBox="1"/>
          <p:nvPr/>
        </p:nvSpPr>
        <p:spPr>
          <a:xfrm>
            <a:off x="5564908" y="2560159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노티드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신림점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8BF2D4-3AD9-73EF-ACC0-C8A972FD292B}"/>
              </a:ext>
            </a:extLst>
          </p:cNvPr>
          <p:cNvSpPr txBox="1"/>
          <p:nvPr/>
        </p:nvSpPr>
        <p:spPr>
          <a:xfrm>
            <a:off x="5564908" y="4019481"/>
            <a:ext cx="1713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00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카페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1A8029-9FBD-9EA0-8AE6-F2DA50EFACE4}"/>
              </a:ext>
            </a:extLst>
          </p:cNvPr>
          <p:cNvSpPr txBox="1"/>
          <p:nvPr/>
        </p:nvSpPr>
        <p:spPr>
          <a:xfrm>
            <a:off x="5564908" y="5437887"/>
            <a:ext cx="1953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XX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베이커리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5A12CF-427D-3D3F-EB7F-8BD608FDB027}"/>
              </a:ext>
            </a:extLst>
          </p:cNvPr>
          <p:cNvSpPr txBox="1"/>
          <p:nvPr/>
        </p:nvSpPr>
        <p:spPr>
          <a:xfrm>
            <a:off x="5564908" y="2971860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9D2362-55F5-15D8-10FA-CC27A69AB157}"/>
              </a:ext>
            </a:extLst>
          </p:cNvPr>
          <p:cNvSpPr txBox="1"/>
          <p:nvPr/>
        </p:nvSpPr>
        <p:spPr>
          <a:xfrm>
            <a:off x="5564908" y="437673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6382E5-447F-39D8-988D-60C346985AC5}"/>
              </a:ext>
            </a:extLst>
          </p:cNvPr>
          <p:cNvSpPr txBox="1"/>
          <p:nvPr/>
        </p:nvSpPr>
        <p:spPr>
          <a:xfrm>
            <a:off x="5564908" y="582856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88CC03-0C6D-247F-9911-D8D82CF37CDF}"/>
              </a:ext>
            </a:extLst>
          </p:cNvPr>
          <p:cNvSpPr txBox="1"/>
          <p:nvPr/>
        </p:nvSpPr>
        <p:spPr>
          <a:xfrm>
            <a:off x="8836884" y="2355549"/>
            <a:ext cx="2828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좌측 음식 이미지 미리보기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/ view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플래티콘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활용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BAEDF50-34CC-B6A0-14B0-DBC22441F49D}"/>
              </a:ext>
            </a:extLst>
          </p:cNvPr>
          <p:cNvCxnSpPr>
            <a:cxnSpLocks/>
          </p:cNvCxnSpPr>
          <p:nvPr/>
        </p:nvCxnSpPr>
        <p:spPr>
          <a:xfrm>
            <a:off x="7798666" y="2752339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7F0DBB7-BF27-8C84-CD72-B9CDD4C0F4B5}"/>
              </a:ext>
            </a:extLst>
          </p:cNvPr>
          <p:cNvSpPr txBox="1"/>
          <p:nvPr/>
        </p:nvSpPr>
        <p:spPr>
          <a:xfrm>
            <a:off x="4482206" y="637697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현재 게시판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안내 및 이름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285DF68-E6B4-C341-D1EB-C6EE5ECB3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884" y="3423635"/>
            <a:ext cx="485250" cy="48525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E534E73-2A2B-B7A7-7268-ACD445ACF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183" y="3320630"/>
            <a:ext cx="722338" cy="722338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97E2C9CA-A95E-4100-26E7-F8B40322D291}"/>
              </a:ext>
            </a:extLst>
          </p:cNvPr>
          <p:cNvSpPr/>
          <p:nvPr/>
        </p:nvSpPr>
        <p:spPr>
          <a:xfrm>
            <a:off x="4462321" y="1606745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386BA817-5AB0-77AF-84DD-DB3E2D7A0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72" y="1667436"/>
            <a:ext cx="232455" cy="23245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524563C-FFEC-0734-34B0-ABF606110B0E}"/>
              </a:ext>
            </a:extLst>
          </p:cNvPr>
          <p:cNvSpPr txBox="1"/>
          <p:nvPr/>
        </p:nvSpPr>
        <p:spPr>
          <a:xfrm>
            <a:off x="1356051" y="1239571"/>
            <a:ext cx="20377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검색창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기능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#4-2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에 있는 내용만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 가능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이름에 따른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C73DD5E1-0356-EEF0-99EE-A941AA3290EE}"/>
              </a:ext>
            </a:extLst>
          </p:cNvPr>
          <p:cNvCxnSpPr>
            <a:cxnSpLocks/>
          </p:cNvCxnSpPr>
          <p:nvPr/>
        </p:nvCxnSpPr>
        <p:spPr>
          <a:xfrm>
            <a:off x="3443720" y="1792900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6484404-F5CE-621D-2D24-0F788D3484F9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4FA1B17-F6AE-8184-A4F5-96398D8B807C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6D425710-922E-02F6-F46F-551710BC174C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85C913-3F22-9120-1D03-53323505742B}"/>
              </a:ext>
            </a:extLst>
          </p:cNvPr>
          <p:cNvSpPr txBox="1"/>
          <p:nvPr/>
        </p:nvSpPr>
        <p:spPr>
          <a:xfrm>
            <a:off x="8836884" y="5407109"/>
            <a:ext cx="2828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게시글 수에 따라 화면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Height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가 늘어난다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86A7129-9280-40B0-99C4-9D88782339A2}"/>
              </a:ext>
            </a:extLst>
          </p:cNvPr>
          <p:cNvCxnSpPr>
            <a:cxnSpLocks/>
          </p:cNvCxnSpPr>
          <p:nvPr/>
        </p:nvCxnSpPr>
        <p:spPr>
          <a:xfrm>
            <a:off x="7798666" y="5680788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7F91CAB-4DD3-63FD-1824-E5FFD203F9C0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0061D0-A0BC-A225-6713-2E93BF18D5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69" t="54237" r="3094" b="1360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78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1323</Words>
  <Application>Microsoft Office PowerPoint</Application>
  <PresentationFormat>와이드스크린</PresentationFormat>
  <Paragraphs>351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굴림</vt:lpstr>
      <vt:lpstr>맑은 고딕</vt:lpstr>
      <vt:lpstr>한컴 말랑말랑 Bold</vt:lpstr>
      <vt:lpstr>한컴 말랑말랑 Regular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성우 김</dc:creator>
  <cp:lastModifiedBy>성우 김</cp:lastModifiedBy>
  <cp:revision>4</cp:revision>
  <dcterms:created xsi:type="dcterms:W3CDTF">2026-06-16T08:00:53Z</dcterms:created>
  <dcterms:modified xsi:type="dcterms:W3CDTF">2026-06-17T09:16:08Z</dcterms:modified>
</cp:coreProperties>
</file>